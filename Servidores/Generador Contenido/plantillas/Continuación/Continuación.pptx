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6" r:id="rId3"/>
    <p:sldId id="277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8256DB-9691-5725-D85B-9C475134FCD5}" name="Rafael Armero Fernández" initials="RA" userId="S::rarmero@ferrer.com::6d4a3b6f-eaff-4048-87fd-5b7ed0f52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A7"/>
    <a:srgbClr val="7EB900"/>
    <a:srgbClr val="E5F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1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615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2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56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15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4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99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97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96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7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0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15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697B-BF52-1EC9-6082-C136A298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BA384EC9-027D-1523-E3DD-82526C00E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3B13AA8F-365F-9773-5542-29131AC92E11}"/>
              </a:ext>
            </a:extLst>
          </p:cNvPr>
          <p:cNvSpPr txBox="1"/>
          <p:nvPr/>
        </p:nvSpPr>
        <p:spPr>
          <a:xfrm>
            <a:off x="505227" y="1148080"/>
            <a:ext cx="5801978" cy="817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</a:t>
            </a:r>
          </a:p>
        </p:txBody>
      </p:sp>
      <p:sp>
        <p:nvSpPr>
          <p:cNvPr id="2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E42FCA8C-FD8B-1078-0317-55B12814563C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3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AB14B3AD-2790-0A83-8165-79E8FCF7A7A4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sp>
        <p:nvSpPr>
          <p:cNvPr id="6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34632ABB-DA2B-3ECD-4287-B5F5A612CA95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411067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55E1-F322-08ED-1160-74427B38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03130EA6-64D9-D336-8819-BE62F8D36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C5C82F4C-0BD7-4524-3549-FE23DBDA069D}"/>
              </a:ext>
            </a:extLst>
          </p:cNvPr>
          <p:cNvSpPr txBox="1"/>
          <p:nvPr/>
        </p:nvSpPr>
        <p:spPr>
          <a:xfrm>
            <a:off x="505227" y="1148080"/>
            <a:ext cx="5801978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" name="CuadroTexto 1" descr="{&quot;id&quot;:&quot;9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8A4D620A-3AF3-68D9-BE5C-7805005F2E68}"/>
              </a:ext>
            </a:extLst>
          </p:cNvPr>
          <p:cNvSpPr txBox="1"/>
          <p:nvPr/>
        </p:nvSpPr>
        <p:spPr>
          <a:xfrm>
            <a:off x="3096126" y="6857431"/>
            <a:ext cx="3211079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</a:p>
        </p:txBody>
      </p:sp>
      <p:pic>
        <p:nvPicPr>
          <p:cNvPr id="3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177BD55C-04D1-A44C-F98C-EEFFFC3BC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08" y="6857430"/>
            <a:ext cx="2239768" cy="24106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72B6D1E0-F9CF-D913-F162-D0094CD41843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7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04344939-D8EA-FA16-D161-DE7C46BB8A0E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sp>
        <p:nvSpPr>
          <p:cNvPr id="8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BFBA3DAB-A2A7-6B1D-43CB-2FB6806EDA70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4212345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3D5C-4748-53C3-ED9F-B9FCC75B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239C83BF-5D76-4729-2ABF-72689B7B2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993CBFC2-4C7E-A3AC-6712-FB568F71E23D}"/>
              </a:ext>
            </a:extLst>
          </p:cNvPr>
          <p:cNvSpPr txBox="1"/>
          <p:nvPr/>
        </p:nvSpPr>
        <p:spPr>
          <a:xfrm>
            <a:off x="505227" y="1148080"/>
            <a:ext cx="5801978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" name="CuadroTexto 1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3E8350C5-219C-D91B-7E22-E3D4D64E3386}"/>
              </a:ext>
            </a:extLst>
          </p:cNvPr>
          <p:cNvSpPr txBox="1"/>
          <p:nvPr/>
        </p:nvSpPr>
        <p:spPr>
          <a:xfrm>
            <a:off x="505227" y="6857431"/>
            <a:ext cx="5801978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est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lacus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fames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solidFill>
                <a:srgbClr val="0098A7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morbi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fames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3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EDD64B30-780B-9F83-F0ED-B3F0ABD25431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6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11431360-EA3E-E2A4-ED8E-E3D5A2D28A3F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sp>
        <p:nvSpPr>
          <p:cNvPr id="7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DD160596-A617-F709-A6D3-3E5DD7D4F3E2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2228218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1810</Words>
  <Application>Microsoft Office PowerPoint</Application>
  <PresentationFormat>A4 (210 x 297 mm)</PresentationFormat>
  <Paragraphs>38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Armero Fernández</dc:creator>
  <cp:lastModifiedBy>Rafael Armero Fernández</cp:lastModifiedBy>
  <cp:revision>10</cp:revision>
  <dcterms:created xsi:type="dcterms:W3CDTF">2026-01-08T10:33:33Z</dcterms:created>
  <dcterms:modified xsi:type="dcterms:W3CDTF">2026-01-16T07:27:17Z</dcterms:modified>
</cp:coreProperties>
</file>