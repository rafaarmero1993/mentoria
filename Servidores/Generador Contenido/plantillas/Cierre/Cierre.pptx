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9" r:id="rId2"/>
    <p:sldId id="270" r:id="rId3"/>
    <p:sldId id="271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98256DB-9691-5725-D85B-9C475134FCD5}" name="Rafael Armero Fernández" initials="RA" userId="S::rarmero@ferrer.com::6d4a3b6f-eaff-4048-87fd-5b7ed0f5213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8A7"/>
    <a:srgbClr val="7EB900"/>
    <a:srgbClr val="E5F0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9" d="100"/>
          <a:sy n="49" d="100"/>
        </p:scale>
        <p:origin x="2813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8/10/relationships/authors" Target="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3571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615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7123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6563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4153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6247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39908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1978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1965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5071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9E00A-E919-4CAB-BC4A-BE72A161DA0E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0508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79E00A-E919-4CAB-BC4A-BE72A161DA0E}" type="datetimeFigureOut">
              <a:rPr lang="es-ES" smtClean="0"/>
              <a:t>16/01/2026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6F8E66-74FE-4FB9-B29D-CEB094AC67D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3155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B41CF-67C9-972A-9B41-8AC520AC2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Ferrer Logo &amp; Brand Assets (SVG, PNG and vector) - Brandfetch">
            <a:extLst>
              <a:ext uri="{FF2B5EF4-FFF2-40B4-BE49-F238E27FC236}">
                <a16:creationId xmlns:a16="http://schemas.microsoft.com/office/drawing/2014/main" id="{35927552-19DF-76A6-1A5E-1A0094B12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711" y="144742"/>
            <a:ext cx="318244" cy="31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uadroTexto 9" descr="{&quot;id&quot;:&quot;6&quot;,&quot;type&quot;:&quot;text&quot;,&quot;editable&quot;:&quot;True&quot;, &quot;format&quot;:&quot;&lt;content&gt;&quot;}">
            <a:extLst>
              <a:ext uri="{FF2B5EF4-FFF2-40B4-BE49-F238E27FC236}">
                <a16:creationId xmlns:a16="http://schemas.microsoft.com/office/drawing/2014/main" id="{229DFB08-6333-3ABC-5779-5B7643DD46A9}"/>
              </a:ext>
            </a:extLst>
          </p:cNvPr>
          <p:cNvSpPr txBox="1"/>
          <p:nvPr/>
        </p:nvSpPr>
        <p:spPr>
          <a:xfrm>
            <a:off x="479254" y="558700"/>
            <a:ext cx="5801978" cy="445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050" dirty="0">
                <a:latin typeface="Century Gothic" panose="020B0502020202020204" pitchFamily="34" charset="0"/>
              </a:rPr>
              <a:t>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aliquet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 commodo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id.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ornare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et odio. Cras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neque, ac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vitae. Mauris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lacus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latin typeface="Century Gothic" panose="020B0502020202020204" pitchFamily="34" charset="0"/>
              </a:rPr>
              <a:t> ut, pulvinar et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fames</a:t>
            </a:r>
            <a:r>
              <a:rPr lang="es-ES" sz="1050" dirty="0">
                <a:latin typeface="Century Gothic" panose="020B0502020202020204" pitchFamily="34" charset="0"/>
              </a:rPr>
              <a:t> ac ante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primis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faucibus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elementum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maximus</a:t>
            </a:r>
            <a:r>
              <a:rPr lang="es-ES" sz="1050" dirty="0">
                <a:latin typeface="Century Gothic" panose="020B0502020202020204" pitchFamily="34" charset="0"/>
              </a:rPr>
              <a:t> neque, id commodo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. In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sed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non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lacinia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, ac commodo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non. </a:t>
            </a:r>
            <a:r>
              <a:rPr lang="es-ES" sz="1050" dirty="0" err="1">
                <a:latin typeface="Century Gothic" panose="020B0502020202020204" pitchFamily="34" charset="0"/>
              </a:rPr>
              <a:t>Curabitur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dictum</a:t>
            </a:r>
            <a:r>
              <a:rPr lang="es-ES" sz="1050" dirty="0">
                <a:latin typeface="Century Gothic" panose="020B0502020202020204" pitchFamily="34" charset="0"/>
              </a:rPr>
              <a:t> ornare ex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nibh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iaculis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neque, quis lacinia </a:t>
            </a:r>
            <a:r>
              <a:rPr lang="es-ES" sz="1050" dirty="0" err="1">
                <a:latin typeface="Century Gothic" panose="020B0502020202020204" pitchFamily="34" charset="0"/>
              </a:rPr>
              <a:t>diam</a:t>
            </a:r>
            <a:r>
              <a:rPr lang="es-ES" sz="1050" dirty="0">
                <a:latin typeface="Century Gothic" panose="020B0502020202020204" pitchFamily="34" charset="0"/>
              </a:rPr>
              <a:t> mauris in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in magna </a:t>
            </a:r>
            <a:r>
              <a:rPr lang="es-ES" sz="1050" dirty="0" err="1">
                <a:latin typeface="Century Gothic" panose="020B0502020202020204" pitchFamily="34" charset="0"/>
              </a:rPr>
              <a:t>euismod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vitae non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viverra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 ut dolor commodo, et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Fusce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placerat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 justo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et. </a:t>
            </a:r>
            <a:r>
              <a:rPr lang="es-ES" sz="1050" dirty="0" err="1">
                <a:latin typeface="Century Gothic" panose="020B0502020202020204" pitchFamily="34" charset="0"/>
              </a:rPr>
              <a:t>Etiam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quis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. 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at justo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et libero. </a:t>
            </a:r>
            <a:r>
              <a:rPr lang="es-ES" sz="1050" dirty="0" err="1">
                <a:latin typeface="Century Gothic" panose="020B0502020202020204" pitchFamily="34" charset="0"/>
              </a:rPr>
              <a:t>Suspendisse</a:t>
            </a:r>
            <a:r>
              <a:rPr lang="es-ES" sz="1050" dirty="0">
                <a:latin typeface="Century Gothic" panose="020B0502020202020204" pitchFamily="34" charset="0"/>
              </a:rPr>
              <a:t> ut eros tortor. </a:t>
            </a:r>
            <a:r>
              <a:rPr lang="es-ES" sz="1050" dirty="0" err="1">
                <a:latin typeface="Century Gothic" panose="020B0502020202020204" pitchFamily="34" charset="0"/>
              </a:rPr>
              <a:t>Proin</a:t>
            </a:r>
            <a:r>
              <a:rPr lang="es-ES" sz="1050" dirty="0">
                <a:latin typeface="Century Gothic" panose="020B0502020202020204" pitchFamily="34" charset="0"/>
              </a:rPr>
              <a:t> at odio </a:t>
            </a:r>
            <a:r>
              <a:rPr lang="es-ES" sz="1050" dirty="0" err="1">
                <a:latin typeface="Century Gothic" panose="020B0502020202020204" pitchFamily="34" charset="0"/>
              </a:rPr>
              <a:t>nisl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feugiat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lorem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 tortor, </a:t>
            </a:r>
            <a:r>
              <a:rPr lang="es-ES" sz="1050" dirty="0" err="1">
                <a:latin typeface="Century Gothic" panose="020B0502020202020204" pitchFamily="34" charset="0"/>
              </a:rPr>
              <a:t>suscipit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odio.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lacus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. In tortor mauris,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arcu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fermentum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justo, </a:t>
            </a:r>
            <a:r>
              <a:rPr lang="es-ES" sz="1050" dirty="0" err="1"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lectus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sagittis</a:t>
            </a:r>
            <a:r>
              <a:rPr lang="es-ES" sz="1050" dirty="0">
                <a:latin typeface="Century Gothic" panose="020B0502020202020204" pitchFamily="34" charset="0"/>
              </a:rPr>
              <a:t> ac. </a:t>
            </a:r>
            <a:r>
              <a:rPr lang="es-ES" sz="1050" dirty="0" err="1">
                <a:latin typeface="Century Gothic" panose="020B0502020202020204" pitchFamily="34" charset="0"/>
              </a:rPr>
              <a:t>Fusce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sagittis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mauris lacinia </a:t>
            </a:r>
            <a:r>
              <a:rPr lang="es-ES" sz="1050" dirty="0" err="1">
                <a:latin typeface="Century Gothic" panose="020B0502020202020204" pitchFamily="34" charset="0"/>
              </a:rPr>
              <a:t>sapien</a:t>
            </a:r>
            <a:r>
              <a:rPr lang="es-ES" sz="1050" dirty="0">
                <a:latin typeface="Century Gothic" panose="020B0502020202020204" pitchFamily="34" charset="0"/>
              </a:rPr>
              <a:t>, ac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velit</a:t>
            </a:r>
            <a:r>
              <a:rPr lang="es-ES" sz="1050" dirty="0">
                <a:latin typeface="Century Gothic" panose="020B0502020202020204" pitchFamily="34" charset="0"/>
              </a:rPr>
              <a:t> odio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ante. </a:t>
            </a:r>
            <a:r>
              <a:rPr lang="es-ES" sz="1050" dirty="0" err="1">
                <a:latin typeface="Century Gothic" panose="020B0502020202020204" pitchFamily="34" charset="0"/>
              </a:rPr>
              <a:t>Duis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nisi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nisl</a:t>
            </a:r>
            <a:r>
              <a:rPr lang="es-ES" sz="1050" dirty="0">
                <a:latin typeface="Century Gothic" panose="020B0502020202020204" pitchFamily="34" charset="0"/>
              </a:rPr>
              <a:t> at, </a:t>
            </a:r>
            <a:r>
              <a:rPr lang="es-ES" sz="1050" dirty="0" err="1">
                <a:latin typeface="Century Gothic" panose="020B0502020202020204" pitchFamily="34" charset="0"/>
              </a:rPr>
              <a:t>venenatis</a:t>
            </a:r>
            <a:r>
              <a:rPr lang="es-ES" sz="1050" dirty="0">
                <a:latin typeface="Century Gothic" panose="020B0502020202020204" pitchFamily="34" charset="0"/>
              </a:rPr>
              <a:t> nunc.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a nunc leo.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57FA7E16-B8A8-2E5C-1C98-E42EAFD4AB5B}"/>
              </a:ext>
            </a:extLst>
          </p:cNvPr>
          <p:cNvSpPr/>
          <p:nvPr/>
        </p:nvSpPr>
        <p:spPr>
          <a:xfrm>
            <a:off x="3212432" y="5071641"/>
            <a:ext cx="4319008" cy="894645"/>
          </a:xfrm>
          <a:prstGeom prst="roundRect">
            <a:avLst>
              <a:gd name="adj" fmla="val 50000"/>
            </a:avLst>
          </a:prstGeom>
          <a:solidFill>
            <a:srgbClr val="7EB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Imagen 8" descr="{&quot;id&quot;:&quot;8&quot;,&quot;type&quot;:&quot;qr&quot;,&quot;editable&quot;:&quot;True&quot;, &quot;format&quot;:&quot;&lt;content&gt;&quot;}">
            <a:extLst>
              <a:ext uri="{FF2B5EF4-FFF2-40B4-BE49-F238E27FC236}">
                <a16:creationId xmlns:a16="http://schemas.microsoft.com/office/drawing/2014/main" id="{1566CCD9-A8EB-9137-9837-074D9E57E91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1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35767" y="5163529"/>
            <a:ext cx="700566" cy="71086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D074B596-15FE-C264-E9FB-BEA1C3A8A813}"/>
              </a:ext>
            </a:extLst>
          </p:cNvPr>
          <p:cNvSpPr txBox="1"/>
          <p:nvPr/>
        </p:nvSpPr>
        <p:spPr>
          <a:xfrm>
            <a:off x="4427621" y="5237156"/>
            <a:ext cx="195009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050" b="1" dirty="0">
                <a:solidFill>
                  <a:schemeClr val="bg1"/>
                </a:solidFill>
                <a:latin typeface="Century Gothic" panose="020B0502020202020204" pitchFamily="34" charset="0"/>
              </a:rPr>
              <a:t>Accede a este enlace para poder escuchar la sección.</a:t>
            </a:r>
          </a:p>
          <a:p>
            <a:pPr algn="just"/>
            <a:endParaRPr lang="es-ES" sz="105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Título 1" descr="{&quot;id&quot;:&quot;1&quot;,&quot;type&quot;:&quot;text&quot;,&quot;editable&quot;:&quot;False&quot;, &quot;format&quot;:&quot;&lt;asignatura&gt;&quot;}">
            <a:extLst>
              <a:ext uri="{FF2B5EF4-FFF2-40B4-BE49-F238E27FC236}">
                <a16:creationId xmlns:a16="http://schemas.microsoft.com/office/drawing/2014/main" id="{75CD0429-BDD1-3D10-35FB-B2FE8B783644}"/>
              </a:ext>
            </a:extLst>
          </p:cNvPr>
          <p:cNvSpPr txBox="1">
            <a:spLocks/>
          </p:cNvSpPr>
          <p:nvPr/>
        </p:nvSpPr>
        <p:spPr>
          <a:xfrm>
            <a:off x="64384" y="179407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Nombre Asignatura</a:t>
            </a:r>
          </a:p>
        </p:txBody>
      </p:sp>
      <p:sp>
        <p:nvSpPr>
          <p:cNvPr id="3" name="Título 1" descr="{&quot;id&quot;:&quot;2&quot;,&quot;type&quot;:&quot;text&quot;,&quot;editable&quot;:&quot;False&quot;, &quot;format&quot;:&quot;&lt;curso&gt;&quot;}">
            <a:extLst>
              <a:ext uri="{FF2B5EF4-FFF2-40B4-BE49-F238E27FC236}">
                <a16:creationId xmlns:a16="http://schemas.microsoft.com/office/drawing/2014/main" id="{72AED140-4C7B-1A23-6CDE-35DC1B8BEEA8}"/>
              </a:ext>
            </a:extLst>
          </p:cNvPr>
          <p:cNvSpPr txBox="1">
            <a:spLocks/>
          </p:cNvSpPr>
          <p:nvPr/>
        </p:nvSpPr>
        <p:spPr>
          <a:xfrm>
            <a:off x="2650601" y="179407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Curso Académico</a:t>
            </a:r>
          </a:p>
        </p:txBody>
      </p:sp>
      <p:sp>
        <p:nvSpPr>
          <p:cNvPr id="7" name="Título 1" descr="{&quot;id&quot;:&quot;7&quot;,&quot;type&quot;:&quot;text&quot;,&quot;editable&quot;:&quot;False&quot;, &quot;format&quot;:&quot;Pagina &lt;numero_pagina&gt;&quot;}">
            <a:extLst>
              <a:ext uri="{FF2B5EF4-FFF2-40B4-BE49-F238E27FC236}">
                <a16:creationId xmlns:a16="http://schemas.microsoft.com/office/drawing/2014/main" id="{B4B1F48B-A19E-D785-017F-27C8ABCD6BAD}"/>
              </a:ext>
            </a:extLst>
          </p:cNvPr>
          <p:cNvSpPr txBox="1">
            <a:spLocks/>
          </p:cNvSpPr>
          <p:nvPr/>
        </p:nvSpPr>
        <p:spPr>
          <a:xfrm>
            <a:off x="5272268" y="9564546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Página X</a:t>
            </a:r>
          </a:p>
        </p:txBody>
      </p:sp>
    </p:spTree>
    <p:extLst>
      <p:ext uri="{BB962C8B-B14F-4D97-AF65-F5344CB8AC3E}">
        <p14:creationId xmlns:p14="http://schemas.microsoft.com/office/powerpoint/2010/main" val="898568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9374B-AE1E-74AC-7056-38B2C74B8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Ferrer Logo &amp; Brand Assets (SVG, PNG and vector) - Brandfetch">
            <a:extLst>
              <a:ext uri="{FF2B5EF4-FFF2-40B4-BE49-F238E27FC236}">
                <a16:creationId xmlns:a16="http://schemas.microsoft.com/office/drawing/2014/main" id="{047C84BB-6DAD-8E2B-C14E-64EFA39A2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711" y="144742"/>
            <a:ext cx="318244" cy="31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uadroTexto 9" descr="{&quot;id&quot;:&quot;6&quot;,&quot;type&quot;:&quot;text&quot;,&quot;editable&quot;:&quot;True&quot;, &quot;format&quot;:&quot;&lt;content&gt;&quot;}">
            <a:extLst>
              <a:ext uri="{FF2B5EF4-FFF2-40B4-BE49-F238E27FC236}">
                <a16:creationId xmlns:a16="http://schemas.microsoft.com/office/drawing/2014/main" id="{1FFAF748-9381-093B-E896-479F14C68D4B}"/>
              </a:ext>
            </a:extLst>
          </p:cNvPr>
          <p:cNvSpPr txBox="1"/>
          <p:nvPr/>
        </p:nvSpPr>
        <p:spPr>
          <a:xfrm>
            <a:off x="479254" y="558700"/>
            <a:ext cx="5801978" cy="7201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050" dirty="0">
                <a:latin typeface="Century Gothic" panose="020B0502020202020204" pitchFamily="34" charset="0"/>
              </a:rPr>
              <a:t>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aliquet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 commodo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id.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ornare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et odio. Cras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neque, ac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vitae. Mauris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lacus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latin typeface="Century Gothic" panose="020B0502020202020204" pitchFamily="34" charset="0"/>
              </a:rPr>
              <a:t> ut, pulvinar et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fames</a:t>
            </a:r>
            <a:r>
              <a:rPr lang="es-ES" sz="1050" dirty="0">
                <a:latin typeface="Century Gothic" panose="020B0502020202020204" pitchFamily="34" charset="0"/>
              </a:rPr>
              <a:t> ac ante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primis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faucibus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elementum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maximus</a:t>
            </a:r>
            <a:r>
              <a:rPr lang="es-ES" sz="1050" dirty="0">
                <a:latin typeface="Century Gothic" panose="020B0502020202020204" pitchFamily="34" charset="0"/>
              </a:rPr>
              <a:t> neque, id commodo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. In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sed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non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lacinia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, ac commodo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non. </a:t>
            </a:r>
            <a:r>
              <a:rPr lang="es-ES" sz="1050" dirty="0" err="1">
                <a:latin typeface="Century Gothic" panose="020B0502020202020204" pitchFamily="34" charset="0"/>
              </a:rPr>
              <a:t>Curabitur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dictum</a:t>
            </a:r>
            <a:r>
              <a:rPr lang="es-ES" sz="1050" dirty="0">
                <a:latin typeface="Century Gothic" panose="020B0502020202020204" pitchFamily="34" charset="0"/>
              </a:rPr>
              <a:t> ornare ex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nibh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iaculis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neque, quis lacinia </a:t>
            </a:r>
            <a:r>
              <a:rPr lang="es-ES" sz="1050" dirty="0" err="1">
                <a:latin typeface="Century Gothic" panose="020B0502020202020204" pitchFamily="34" charset="0"/>
              </a:rPr>
              <a:t>diam</a:t>
            </a:r>
            <a:r>
              <a:rPr lang="es-ES" sz="1050" dirty="0">
                <a:latin typeface="Century Gothic" panose="020B0502020202020204" pitchFamily="34" charset="0"/>
              </a:rPr>
              <a:t> mauris in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in magna </a:t>
            </a:r>
            <a:r>
              <a:rPr lang="es-ES" sz="1050" dirty="0" err="1">
                <a:latin typeface="Century Gothic" panose="020B0502020202020204" pitchFamily="34" charset="0"/>
              </a:rPr>
              <a:t>euismod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vitae non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viverra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 ut dolor commodo, et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Fusce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placerat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 justo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et. </a:t>
            </a:r>
            <a:r>
              <a:rPr lang="es-ES" sz="1050" dirty="0" err="1">
                <a:latin typeface="Century Gothic" panose="020B0502020202020204" pitchFamily="34" charset="0"/>
              </a:rPr>
              <a:t>Etiam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quis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. 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at justo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et libero. </a:t>
            </a:r>
            <a:r>
              <a:rPr lang="es-ES" sz="1050" dirty="0" err="1">
                <a:latin typeface="Century Gothic" panose="020B0502020202020204" pitchFamily="34" charset="0"/>
              </a:rPr>
              <a:t>Suspendisse</a:t>
            </a:r>
            <a:r>
              <a:rPr lang="es-ES" sz="1050" dirty="0">
                <a:latin typeface="Century Gothic" panose="020B0502020202020204" pitchFamily="34" charset="0"/>
              </a:rPr>
              <a:t> ut eros tortor. </a:t>
            </a:r>
            <a:r>
              <a:rPr lang="es-ES" sz="1050" dirty="0" err="1">
                <a:latin typeface="Century Gothic" panose="020B0502020202020204" pitchFamily="34" charset="0"/>
              </a:rPr>
              <a:t>Proin</a:t>
            </a:r>
            <a:r>
              <a:rPr lang="es-ES" sz="1050" dirty="0">
                <a:latin typeface="Century Gothic" panose="020B0502020202020204" pitchFamily="34" charset="0"/>
              </a:rPr>
              <a:t> at odio </a:t>
            </a:r>
            <a:r>
              <a:rPr lang="es-ES" sz="1050" dirty="0" err="1">
                <a:latin typeface="Century Gothic" panose="020B0502020202020204" pitchFamily="34" charset="0"/>
              </a:rPr>
              <a:t>nisl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feugiat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lorem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 tortor, </a:t>
            </a:r>
            <a:r>
              <a:rPr lang="es-ES" sz="1050" dirty="0" err="1">
                <a:latin typeface="Century Gothic" panose="020B0502020202020204" pitchFamily="34" charset="0"/>
              </a:rPr>
              <a:t>suscipit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odio.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lacus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. In tortor mauris,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arcu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fermentum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justo, </a:t>
            </a:r>
            <a:r>
              <a:rPr lang="es-ES" sz="1050" dirty="0" err="1"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lectus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sagittis</a:t>
            </a:r>
            <a:r>
              <a:rPr lang="es-ES" sz="1050" dirty="0">
                <a:latin typeface="Century Gothic" panose="020B0502020202020204" pitchFamily="34" charset="0"/>
              </a:rPr>
              <a:t> ac. </a:t>
            </a:r>
            <a:r>
              <a:rPr lang="es-ES" sz="1050" dirty="0" err="1">
                <a:latin typeface="Century Gothic" panose="020B0502020202020204" pitchFamily="34" charset="0"/>
              </a:rPr>
              <a:t>Fusce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sagittis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mauris lacinia </a:t>
            </a:r>
            <a:r>
              <a:rPr lang="es-ES" sz="1050" dirty="0" err="1">
                <a:latin typeface="Century Gothic" panose="020B0502020202020204" pitchFamily="34" charset="0"/>
              </a:rPr>
              <a:t>sapien</a:t>
            </a:r>
            <a:r>
              <a:rPr lang="es-ES" sz="1050" dirty="0">
                <a:latin typeface="Century Gothic" panose="020B0502020202020204" pitchFamily="34" charset="0"/>
              </a:rPr>
              <a:t>, ac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velit</a:t>
            </a:r>
            <a:r>
              <a:rPr lang="es-ES" sz="1050" dirty="0">
                <a:latin typeface="Century Gothic" panose="020B0502020202020204" pitchFamily="34" charset="0"/>
              </a:rPr>
              <a:t> odio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ante. </a:t>
            </a:r>
            <a:r>
              <a:rPr lang="es-ES" sz="1050" dirty="0" err="1">
                <a:latin typeface="Century Gothic" panose="020B0502020202020204" pitchFamily="34" charset="0"/>
              </a:rPr>
              <a:t>Duis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nisi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nisl</a:t>
            </a:r>
            <a:r>
              <a:rPr lang="es-ES" sz="1050" dirty="0">
                <a:latin typeface="Century Gothic" panose="020B0502020202020204" pitchFamily="34" charset="0"/>
              </a:rPr>
              <a:t> at, </a:t>
            </a:r>
            <a:r>
              <a:rPr lang="es-ES" sz="1050" dirty="0" err="1">
                <a:latin typeface="Century Gothic" panose="020B0502020202020204" pitchFamily="34" charset="0"/>
              </a:rPr>
              <a:t>venenatis</a:t>
            </a:r>
            <a:r>
              <a:rPr lang="es-ES" sz="1050" dirty="0">
                <a:latin typeface="Century Gothic" panose="020B0502020202020204" pitchFamily="34" charset="0"/>
              </a:rPr>
              <a:t> nunc.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a nunc leo.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turpis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odio ac,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arcu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habitant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morbi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senectus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netus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fames</a:t>
            </a:r>
            <a:r>
              <a:rPr lang="es-ES" sz="1050" dirty="0"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latin typeface="Century Gothic" panose="020B0502020202020204" pitchFamily="34" charset="0"/>
              </a:rPr>
              <a:t>turpis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egestas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Proin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 non commodo </a:t>
            </a:r>
            <a:r>
              <a:rPr lang="es-ES" sz="1050" dirty="0" err="1">
                <a:latin typeface="Century Gothic" panose="020B0502020202020204" pitchFamily="34" charset="0"/>
              </a:rPr>
              <a:t>luctus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semper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accumsan</a:t>
            </a:r>
            <a:r>
              <a:rPr lang="es-ES" sz="1050" dirty="0">
                <a:latin typeface="Century Gothic" panose="020B0502020202020204" pitchFamily="34" charset="0"/>
              </a:rPr>
              <a:t> magna. Ut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sollicitudin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Morbi</a:t>
            </a:r>
            <a:r>
              <a:rPr lang="es-ES" sz="1050" dirty="0">
                <a:latin typeface="Century Gothic" panose="020B0502020202020204" pitchFamily="34" charset="0"/>
              </a:rPr>
              <a:t> dolor justo,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a,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at tortor. Mauris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. In dolor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quis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ut,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facilisis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. In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lectus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 auctor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Suspendisse</a:t>
            </a:r>
            <a:r>
              <a:rPr lang="es-ES" sz="1050" dirty="0"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latin typeface="Century Gothic" panose="020B0502020202020204" pitchFamily="34" charset="0"/>
              </a:rPr>
              <a:t>velit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odio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ultricies</a:t>
            </a:r>
            <a:r>
              <a:rPr lang="es-ES" sz="1050" dirty="0">
                <a:latin typeface="Century Gothic" panose="020B0502020202020204" pitchFamily="34" charset="0"/>
              </a:rPr>
              <a:t> non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Nam</a:t>
            </a:r>
            <a:r>
              <a:rPr lang="es-ES" sz="1050" dirty="0"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tellus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elementum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eleifend</a:t>
            </a:r>
            <a:r>
              <a:rPr lang="es-ES" sz="1050" dirty="0">
                <a:latin typeface="Century Gothic" panose="020B0502020202020204" pitchFamily="34" charset="0"/>
              </a:rPr>
              <a:t> justo, </a:t>
            </a:r>
            <a:r>
              <a:rPr lang="es-ES" sz="1050" dirty="0" err="1">
                <a:latin typeface="Century Gothic" panose="020B0502020202020204" pitchFamily="34" charset="0"/>
              </a:rPr>
              <a:t>varius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neque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tortor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tellus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egestas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congue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varius</a:t>
            </a:r>
            <a:r>
              <a:rPr lang="es-ES" sz="1050" dirty="0">
                <a:latin typeface="Century Gothic" panose="020B0502020202020204" pitchFamily="34" charset="0"/>
              </a:rPr>
              <a:t> ex.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mi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dictum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facilisis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accumsan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. Nunc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. Mauris </a:t>
            </a:r>
            <a:r>
              <a:rPr lang="es-ES" sz="1050" dirty="0" err="1">
                <a:latin typeface="Century Gothic" panose="020B0502020202020204" pitchFamily="34" charset="0"/>
              </a:rPr>
              <a:t>semper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justo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, vitae </a:t>
            </a:r>
            <a:r>
              <a:rPr lang="es-ES" sz="1050" dirty="0" err="1">
                <a:latin typeface="Century Gothic" panose="020B0502020202020204" pitchFamily="34" charset="0"/>
              </a:rPr>
              <a:t>luctus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velit</a:t>
            </a:r>
            <a:r>
              <a:rPr lang="es-ES" sz="1050" dirty="0">
                <a:latin typeface="Century Gothic" panose="020B0502020202020204" pitchFamily="34" charset="0"/>
              </a:rPr>
              <a:t>. Ut </a:t>
            </a:r>
            <a:r>
              <a:rPr lang="es-ES" sz="1050" dirty="0" err="1">
                <a:latin typeface="Century Gothic" panose="020B0502020202020204" pitchFamily="34" charset="0"/>
              </a:rPr>
              <a:t>ut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faucibus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scelerisque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lectus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arcu</a:t>
            </a:r>
            <a:r>
              <a:rPr lang="es-ES" sz="1050" dirty="0">
                <a:latin typeface="Century Gothic" panose="020B0502020202020204" pitchFamily="34" charset="0"/>
              </a:rPr>
              <a:t> auctor </a:t>
            </a:r>
            <a:r>
              <a:rPr lang="es-ES" sz="1050" dirty="0" err="1">
                <a:latin typeface="Century Gothic" panose="020B0502020202020204" pitchFamily="34" charset="0"/>
              </a:rPr>
              <a:t>blandit</a:t>
            </a:r>
            <a:r>
              <a:rPr lang="es-ES" sz="1050" dirty="0">
                <a:latin typeface="Century Gothic" panose="020B0502020202020204" pitchFamily="34" charset="0"/>
              </a:rPr>
              <a:t>. Nunc id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feugiat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bibendum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at, </a:t>
            </a:r>
            <a:r>
              <a:rPr lang="es-ES" sz="1050" dirty="0" err="1">
                <a:latin typeface="Century Gothic" panose="020B0502020202020204" pitchFamily="34" charset="0"/>
              </a:rPr>
              <a:t>bibendum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Suspendisse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viverra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Proin</a:t>
            </a:r>
            <a:r>
              <a:rPr lang="es-ES" sz="1050" dirty="0">
                <a:latin typeface="Century Gothic" panose="020B0502020202020204" pitchFamily="34" charset="0"/>
              </a:rPr>
              <a:t> porta neque in </a:t>
            </a:r>
            <a:r>
              <a:rPr lang="es-ES" sz="1050" dirty="0" err="1">
                <a:latin typeface="Century Gothic" panose="020B0502020202020204" pitchFamily="34" charset="0"/>
              </a:rPr>
              <a:t>venenatis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lobortis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tellus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rutrum</a:t>
            </a:r>
            <a:r>
              <a:rPr lang="es-ES" sz="1050" dirty="0">
                <a:latin typeface="Century Gothic" panose="020B0502020202020204" pitchFamily="34" charset="0"/>
              </a:rPr>
              <a:t>, id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odio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25" name="Título 1" descr="{&quot;id&quot;:&quot;7&quot;,&quot;type&quot;:&quot;text&quot;,&quot;editable&quot;:&quot;False&quot;, &quot;content&quot;:&quot;Pagina &lt;numero_pagina&gt;&quot;}">
            <a:extLst>
              <a:ext uri="{FF2B5EF4-FFF2-40B4-BE49-F238E27FC236}">
                <a16:creationId xmlns:a16="http://schemas.microsoft.com/office/drawing/2014/main" id="{8458E151-87BB-D220-F9EA-3A1794A17907}"/>
              </a:ext>
            </a:extLst>
          </p:cNvPr>
          <p:cNvSpPr txBox="1">
            <a:spLocks/>
          </p:cNvSpPr>
          <p:nvPr/>
        </p:nvSpPr>
        <p:spPr>
          <a:xfrm>
            <a:off x="5272268" y="9564546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Página X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85C2F485-466A-9902-F9F6-37C99A84CD76}"/>
              </a:ext>
            </a:extLst>
          </p:cNvPr>
          <p:cNvSpPr/>
          <p:nvPr/>
        </p:nvSpPr>
        <p:spPr>
          <a:xfrm>
            <a:off x="3212432" y="8091575"/>
            <a:ext cx="4319008" cy="894645"/>
          </a:xfrm>
          <a:prstGeom prst="roundRect">
            <a:avLst>
              <a:gd name="adj" fmla="val 50000"/>
            </a:avLst>
          </a:prstGeom>
          <a:solidFill>
            <a:srgbClr val="7EB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Imagen 8" descr="{&quot;id&quot;:&quot;8&quot;,&quot;type&quot;:&quot;qr&quot;,&quot;editable&quot;:&quot;True&quot;, &quot;format&quot;:&quot;&lt;content&gt;&quot;}">
            <a:extLst>
              <a:ext uri="{FF2B5EF4-FFF2-40B4-BE49-F238E27FC236}">
                <a16:creationId xmlns:a16="http://schemas.microsoft.com/office/drawing/2014/main" id="{9896948C-C69A-0F78-E6D3-C8269B18F20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1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35767" y="8183463"/>
            <a:ext cx="700566" cy="71086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2080CA24-37A6-FA9E-90CF-2FD036083187}"/>
              </a:ext>
            </a:extLst>
          </p:cNvPr>
          <p:cNvSpPr txBox="1"/>
          <p:nvPr/>
        </p:nvSpPr>
        <p:spPr>
          <a:xfrm>
            <a:off x="4427621" y="8257090"/>
            <a:ext cx="195009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050" b="1" dirty="0">
                <a:solidFill>
                  <a:schemeClr val="bg1"/>
                </a:solidFill>
                <a:latin typeface="Century Gothic" panose="020B0502020202020204" pitchFamily="34" charset="0"/>
              </a:rPr>
              <a:t>Accede a este enlace para poder escuchar la sección.</a:t>
            </a:r>
          </a:p>
          <a:p>
            <a:pPr algn="just"/>
            <a:endParaRPr lang="es-ES" sz="105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" name="Título 1" descr="{&quot;id&quot;:&quot;1&quot;,&quot;type&quot;:&quot;text&quot;,&quot;editable&quot;:&quot;False&quot;, &quot;format&quot;:&quot;&lt;asignatura&gt;&quot;}">
            <a:extLst>
              <a:ext uri="{FF2B5EF4-FFF2-40B4-BE49-F238E27FC236}">
                <a16:creationId xmlns:a16="http://schemas.microsoft.com/office/drawing/2014/main" id="{8405C866-FB66-D843-5CB2-7F01B3A8B2EA}"/>
              </a:ext>
            </a:extLst>
          </p:cNvPr>
          <p:cNvSpPr txBox="1">
            <a:spLocks/>
          </p:cNvSpPr>
          <p:nvPr/>
        </p:nvSpPr>
        <p:spPr>
          <a:xfrm>
            <a:off x="64384" y="179407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Nombre Asignatura</a:t>
            </a:r>
          </a:p>
        </p:txBody>
      </p:sp>
      <p:sp>
        <p:nvSpPr>
          <p:cNvPr id="3" name="Título 1" descr="{&quot;id&quot;:&quot;2&quot;,&quot;type&quot;:&quot;text&quot;,&quot;editable&quot;:&quot;False&quot;, &quot;format&quot;:&quot;&lt;curso&gt;&quot;}">
            <a:extLst>
              <a:ext uri="{FF2B5EF4-FFF2-40B4-BE49-F238E27FC236}">
                <a16:creationId xmlns:a16="http://schemas.microsoft.com/office/drawing/2014/main" id="{EA5F1642-5780-F701-0384-C7BA3D61AC8C}"/>
              </a:ext>
            </a:extLst>
          </p:cNvPr>
          <p:cNvSpPr txBox="1">
            <a:spLocks/>
          </p:cNvSpPr>
          <p:nvPr/>
        </p:nvSpPr>
        <p:spPr>
          <a:xfrm>
            <a:off x="2650601" y="179407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Curso Académico</a:t>
            </a:r>
          </a:p>
        </p:txBody>
      </p:sp>
    </p:spTree>
    <p:extLst>
      <p:ext uri="{BB962C8B-B14F-4D97-AF65-F5344CB8AC3E}">
        <p14:creationId xmlns:p14="http://schemas.microsoft.com/office/powerpoint/2010/main" val="3347443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5D378-0AB4-49EE-5B4A-5B86596C4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Ferrer Logo &amp; Brand Assets (SVG, PNG and vector) - Brandfetch">
            <a:extLst>
              <a:ext uri="{FF2B5EF4-FFF2-40B4-BE49-F238E27FC236}">
                <a16:creationId xmlns:a16="http://schemas.microsoft.com/office/drawing/2014/main" id="{724FB001-E483-DC23-8682-D0A39DC41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711" y="144742"/>
            <a:ext cx="318244" cy="318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uadroTexto 9" descr="{&quot;id&quot;:&quot;6&quot;,&quot;type&quot;:&quot;text&quot;,&quot;editable&quot;:&quot;True&quot;, &quot;format&quot;:&quot;&lt;content&gt;&quot;}">
            <a:extLst>
              <a:ext uri="{FF2B5EF4-FFF2-40B4-BE49-F238E27FC236}">
                <a16:creationId xmlns:a16="http://schemas.microsoft.com/office/drawing/2014/main" id="{D8AA4B2D-3334-1935-4CB6-5CD8B653C4EF}"/>
              </a:ext>
            </a:extLst>
          </p:cNvPr>
          <p:cNvSpPr txBox="1"/>
          <p:nvPr/>
        </p:nvSpPr>
        <p:spPr>
          <a:xfrm>
            <a:off x="479254" y="558700"/>
            <a:ext cx="5801978" cy="5747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050" dirty="0">
                <a:latin typeface="Century Gothic" panose="020B0502020202020204" pitchFamily="34" charset="0"/>
              </a:rPr>
              <a:t>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aliquet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 commodo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 id.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ornare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et odio. Cras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neque, ac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vitae. Mauris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lacus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latin typeface="Century Gothic" panose="020B0502020202020204" pitchFamily="34" charset="0"/>
              </a:rPr>
              <a:t> ut, pulvinar et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fames</a:t>
            </a:r>
            <a:r>
              <a:rPr lang="es-ES" sz="1050" dirty="0">
                <a:latin typeface="Century Gothic" panose="020B0502020202020204" pitchFamily="34" charset="0"/>
              </a:rPr>
              <a:t> ac ante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primis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faucibus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elementum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maximus</a:t>
            </a:r>
            <a:r>
              <a:rPr lang="es-ES" sz="1050" dirty="0">
                <a:latin typeface="Century Gothic" panose="020B0502020202020204" pitchFamily="34" charset="0"/>
              </a:rPr>
              <a:t> neque, id commodo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. In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sed </a:t>
            </a:r>
            <a:r>
              <a:rPr lang="es-ES" sz="1050" dirty="0" err="1"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non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felis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latin typeface="Century Gothic" panose="020B0502020202020204" pitchFamily="34" charset="0"/>
              </a:rPr>
              <a:t> lacinia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, ac commodo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non. </a:t>
            </a:r>
            <a:r>
              <a:rPr lang="es-ES" sz="1050" dirty="0" err="1">
                <a:latin typeface="Century Gothic" panose="020B0502020202020204" pitchFamily="34" charset="0"/>
              </a:rPr>
              <a:t>Curabitur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dictum</a:t>
            </a:r>
            <a:r>
              <a:rPr lang="es-ES" sz="1050" dirty="0">
                <a:latin typeface="Century Gothic" panose="020B0502020202020204" pitchFamily="34" charset="0"/>
              </a:rPr>
              <a:t> ornare ex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nibh</a:t>
            </a:r>
            <a:r>
              <a:rPr lang="es-ES" sz="1050" dirty="0"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latin typeface="Century Gothic" panose="020B0502020202020204" pitchFamily="34" charset="0"/>
              </a:rPr>
              <a:t>iaculis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neque, quis lacinia </a:t>
            </a:r>
            <a:r>
              <a:rPr lang="es-ES" sz="1050" dirty="0" err="1">
                <a:latin typeface="Century Gothic" panose="020B0502020202020204" pitchFamily="34" charset="0"/>
              </a:rPr>
              <a:t>diam</a:t>
            </a:r>
            <a:r>
              <a:rPr lang="es-ES" sz="1050" dirty="0">
                <a:latin typeface="Century Gothic" panose="020B0502020202020204" pitchFamily="34" charset="0"/>
              </a:rPr>
              <a:t> mauris in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risus</a:t>
            </a:r>
            <a:r>
              <a:rPr lang="es-ES" sz="1050" dirty="0">
                <a:latin typeface="Century Gothic" panose="020B0502020202020204" pitchFamily="34" charset="0"/>
              </a:rPr>
              <a:t> in magna </a:t>
            </a:r>
            <a:r>
              <a:rPr lang="es-ES" sz="1050" dirty="0" err="1">
                <a:latin typeface="Century Gothic" panose="020B0502020202020204" pitchFamily="34" charset="0"/>
              </a:rPr>
              <a:t>euismod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latin typeface="Century Gothic" panose="020B0502020202020204" pitchFamily="34" charset="0"/>
              </a:rPr>
              <a:t> vitae non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Aenean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viverra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 ut dolor commodo, et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est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Fusce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placerat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 justo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et. </a:t>
            </a:r>
            <a:r>
              <a:rPr lang="es-ES" sz="1050" dirty="0" err="1">
                <a:latin typeface="Century Gothic" panose="020B0502020202020204" pitchFamily="34" charset="0"/>
              </a:rPr>
              <a:t>Etiam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erat</a:t>
            </a:r>
            <a:r>
              <a:rPr lang="es-ES" sz="1050" dirty="0"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latin typeface="Century Gothic" panose="020B0502020202020204" pitchFamily="34" charset="0"/>
              </a:rPr>
              <a:t>enim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quis </a:t>
            </a:r>
            <a:r>
              <a:rPr lang="es-ES" sz="1050" dirty="0" err="1">
                <a:latin typeface="Century Gothic" panose="020B0502020202020204" pitchFamily="34" charset="0"/>
              </a:rPr>
              <a:t>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massa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augue</a:t>
            </a:r>
            <a:r>
              <a:rPr lang="es-ES" sz="1050" dirty="0">
                <a:latin typeface="Century Gothic" panose="020B0502020202020204" pitchFamily="34" charset="0"/>
              </a:rPr>
              <a:t>. Lorem </a:t>
            </a:r>
            <a:r>
              <a:rPr lang="es-ES" sz="1050" dirty="0" err="1">
                <a:latin typeface="Century Gothic" panose="020B0502020202020204" pitchFamily="34" charset="0"/>
              </a:rPr>
              <a:t>ipsum</a:t>
            </a:r>
            <a:r>
              <a:rPr lang="es-ES" sz="1050" dirty="0"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at justo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elit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</a:t>
            </a:r>
            <a:r>
              <a:rPr lang="es-ES" sz="1050" dirty="0">
                <a:latin typeface="Century Gothic" panose="020B0502020202020204" pitchFamily="34" charset="0"/>
              </a:rPr>
              <a:t> et libero. </a:t>
            </a:r>
            <a:r>
              <a:rPr lang="es-ES" sz="1050" dirty="0" err="1">
                <a:latin typeface="Century Gothic" panose="020B0502020202020204" pitchFamily="34" charset="0"/>
              </a:rPr>
              <a:t>Suspendisse</a:t>
            </a:r>
            <a:r>
              <a:rPr lang="es-ES" sz="1050" dirty="0">
                <a:latin typeface="Century Gothic" panose="020B0502020202020204" pitchFamily="34" charset="0"/>
              </a:rPr>
              <a:t> ut eros tortor. </a:t>
            </a:r>
            <a:r>
              <a:rPr lang="es-ES" sz="1050" dirty="0" err="1">
                <a:latin typeface="Century Gothic" panose="020B0502020202020204" pitchFamily="34" charset="0"/>
              </a:rPr>
              <a:t>Proin</a:t>
            </a:r>
            <a:r>
              <a:rPr lang="es-ES" sz="1050" dirty="0">
                <a:latin typeface="Century Gothic" panose="020B0502020202020204" pitchFamily="34" charset="0"/>
              </a:rPr>
              <a:t> at odio </a:t>
            </a:r>
            <a:r>
              <a:rPr lang="es-ES" sz="1050" dirty="0" err="1">
                <a:latin typeface="Century Gothic" panose="020B0502020202020204" pitchFamily="34" charset="0"/>
              </a:rPr>
              <a:t>nisl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feugiat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lorem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 tortor, </a:t>
            </a:r>
            <a:r>
              <a:rPr lang="es-ES" sz="1050" dirty="0" err="1">
                <a:latin typeface="Century Gothic" panose="020B0502020202020204" pitchFamily="34" charset="0"/>
              </a:rPr>
              <a:t>suscipit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 odio.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dui</a:t>
            </a:r>
            <a:r>
              <a:rPr lang="es-ES" sz="1050" dirty="0">
                <a:latin typeface="Century Gothic" panose="020B0502020202020204" pitchFamily="34" charset="0"/>
              </a:rPr>
              <a:t> a </a:t>
            </a:r>
            <a:r>
              <a:rPr lang="es-ES" sz="1050" dirty="0" err="1">
                <a:latin typeface="Century Gothic" panose="020B0502020202020204" pitchFamily="34" charset="0"/>
              </a:rPr>
              <a:t>lacus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latin typeface="Century Gothic" panose="020B0502020202020204" pitchFamily="34" charset="0"/>
              </a:rPr>
              <a:t>. In tortor mauris,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arcu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fermentum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justo, </a:t>
            </a:r>
            <a:r>
              <a:rPr lang="es-ES" sz="1050" dirty="0" err="1">
                <a:latin typeface="Century Gothic" panose="020B0502020202020204" pitchFamily="34" charset="0"/>
              </a:rPr>
              <a:t>volutpat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lectus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sagittis</a:t>
            </a:r>
            <a:r>
              <a:rPr lang="es-ES" sz="1050" dirty="0">
                <a:latin typeface="Century Gothic" panose="020B0502020202020204" pitchFamily="34" charset="0"/>
              </a:rPr>
              <a:t> ac. </a:t>
            </a:r>
            <a:r>
              <a:rPr lang="es-ES" sz="1050" dirty="0" err="1">
                <a:latin typeface="Century Gothic" panose="020B0502020202020204" pitchFamily="34" charset="0"/>
              </a:rPr>
              <a:t>Fusce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posuere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amet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sagittis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orci</a:t>
            </a:r>
            <a:r>
              <a:rPr lang="es-ES" sz="1050" dirty="0">
                <a:latin typeface="Century Gothic" panose="020B0502020202020204" pitchFamily="34" charset="0"/>
              </a:rPr>
              <a:t> mauris lacinia </a:t>
            </a:r>
            <a:r>
              <a:rPr lang="es-ES" sz="1050" dirty="0" err="1">
                <a:latin typeface="Century Gothic" panose="020B0502020202020204" pitchFamily="34" charset="0"/>
              </a:rPr>
              <a:t>sapien</a:t>
            </a:r>
            <a:r>
              <a:rPr lang="es-ES" sz="1050" dirty="0">
                <a:latin typeface="Century Gothic" panose="020B0502020202020204" pitchFamily="34" charset="0"/>
              </a:rPr>
              <a:t>, ac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velit</a:t>
            </a:r>
            <a:r>
              <a:rPr lang="es-ES" sz="1050" dirty="0">
                <a:latin typeface="Century Gothic" panose="020B0502020202020204" pitchFamily="34" charset="0"/>
              </a:rPr>
              <a:t> odio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ante. </a:t>
            </a:r>
            <a:r>
              <a:rPr lang="es-ES" sz="1050" dirty="0" err="1">
                <a:latin typeface="Century Gothic" panose="020B0502020202020204" pitchFamily="34" charset="0"/>
              </a:rPr>
              <a:t>Duis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nisi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nisl</a:t>
            </a:r>
            <a:r>
              <a:rPr lang="es-ES" sz="1050" dirty="0">
                <a:latin typeface="Century Gothic" panose="020B0502020202020204" pitchFamily="34" charset="0"/>
              </a:rPr>
              <a:t> at, </a:t>
            </a:r>
            <a:r>
              <a:rPr lang="es-ES" sz="1050" dirty="0" err="1">
                <a:latin typeface="Century Gothic" panose="020B0502020202020204" pitchFamily="34" charset="0"/>
              </a:rPr>
              <a:t>venenatis</a:t>
            </a:r>
            <a:r>
              <a:rPr lang="es-ES" sz="1050" dirty="0">
                <a:latin typeface="Century Gothic" panose="020B0502020202020204" pitchFamily="34" charset="0"/>
              </a:rPr>
              <a:t> nunc. </a:t>
            </a:r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a nunc leo.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  <a:p>
            <a:pPr algn="just"/>
            <a:r>
              <a:rPr lang="es-ES" sz="1050" dirty="0" err="1"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nulla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turpis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eu</a:t>
            </a:r>
            <a:r>
              <a:rPr lang="es-ES" sz="1050" dirty="0">
                <a:latin typeface="Century Gothic" panose="020B0502020202020204" pitchFamily="34" charset="0"/>
              </a:rPr>
              <a:t> odio ac,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arcu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habitant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morbi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senectus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netus</a:t>
            </a:r>
            <a:r>
              <a:rPr lang="es-ES" sz="1050" dirty="0"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fames</a:t>
            </a:r>
            <a:r>
              <a:rPr lang="es-ES" sz="1050" dirty="0">
                <a:latin typeface="Century Gothic" panose="020B0502020202020204" pitchFamily="34" charset="0"/>
              </a:rPr>
              <a:t> ac </a:t>
            </a:r>
            <a:r>
              <a:rPr lang="es-ES" sz="1050" dirty="0" err="1">
                <a:latin typeface="Century Gothic" panose="020B0502020202020204" pitchFamily="34" charset="0"/>
              </a:rPr>
              <a:t>turpis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egestas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Proin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quam</a:t>
            </a:r>
            <a:r>
              <a:rPr lang="es-ES" sz="1050" dirty="0">
                <a:latin typeface="Century Gothic" panose="020B0502020202020204" pitchFamily="34" charset="0"/>
              </a:rPr>
              <a:t> non commodo </a:t>
            </a:r>
            <a:r>
              <a:rPr lang="es-ES" sz="1050" dirty="0" err="1">
                <a:latin typeface="Century Gothic" panose="020B0502020202020204" pitchFamily="34" charset="0"/>
              </a:rPr>
              <a:t>luctus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Nullam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semper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metus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eget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accumsan</a:t>
            </a:r>
            <a:r>
              <a:rPr lang="es-ES" sz="1050" dirty="0">
                <a:latin typeface="Century Gothic" panose="020B0502020202020204" pitchFamily="34" charset="0"/>
              </a:rPr>
              <a:t> magna. Ut </a:t>
            </a:r>
            <a:r>
              <a:rPr lang="es-ES" sz="1050" dirty="0" err="1">
                <a:latin typeface="Century Gothic" panose="020B0502020202020204" pitchFamily="34" charset="0"/>
              </a:rPr>
              <a:t>finibus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sollicitudin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Morbi</a:t>
            </a:r>
            <a:r>
              <a:rPr lang="es-ES" sz="1050" dirty="0">
                <a:latin typeface="Century Gothic" panose="020B0502020202020204" pitchFamily="34" charset="0"/>
              </a:rPr>
              <a:t> dolor justo, </a:t>
            </a:r>
            <a:r>
              <a:rPr lang="es-ES" sz="1050" dirty="0" err="1"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a,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at tortor. Mauris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pellentesque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. In dolor </a:t>
            </a:r>
            <a:r>
              <a:rPr lang="es-ES" sz="1050" dirty="0" err="1">
                <a:latin typeface="Century Gothic" panose="020B0502020202020204" pitchFamily="34" charset="0"/>
              </a:rPr>
              <a:t>purus</a:t>
            </a:r>
            <a:r>
              <a:rPr lang="es-ES" sz="1050" dirty="0"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latin typeface="Century Gothic" panose="020B0502020202020204" pitchFamily="34" charset="0"/>
              </a:rPr>
              <a:t>gravida</a:t>
            </a:r>
            <a:r>
              <a:rPr lang="es-ES" sz="1050" dirty="0">
                <a:latin typeface="Century Gothic" panose="020B0502020202020204" pitchFamily="34" charset="0"/>
              </a:rPr>
              <a:t> quis </a:t>
            </a:r>
            <a:r>
              <a:rPr lang="es-ES" sz="1050" dirty="0" err="1"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latin typeface="Century Gothic" panose="020B0502020202020204" pitchFamily="34" charset="0"/>
              </a:rPr>
              <a:t> ut, </a:t>
            </a:r>
            <a:r>
              <a:rPr lang="es-ES" sz="1050" dirty="0" err="1"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facilisis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. In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lectus</a:t>
            </a:r>
            <a:r>
              <a:rPr lang="es-ES" sz="1050" dirty="0">
                <a:latin typeface="Century Gothic" panose="020B0502020202020204" pitchFamily="34" charset="0"/>
              </a:rPr>
              <a:t> id </a:t>
            </a:r>
            <a:r>
              <a:rPr lang="es-ES" sz="1050" dirty="0" err="1">
                <a:latin typeface="Century Gothic" panose="020B0502020202020204" pitchFamily="34" charset="0"/>
              </a:rPr>
              <a:t>ligula</a:t>
            </a:r>
            <a:r>
              <a:rPr lang="es-ES" sz="1050" dirty="0">
                <a:latin typeface="Century Gothic" panose="020B0502020202020204" pitchFamily="34" charset="0"/>
              </a:rPr>
              <a:t> auctor </a:t>
            </a:r>
            <a:r>
              <a:rPr lang="es-ES" sz="1050" dirty="0" err="1"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latin typeface="Century Gothic" panose="020B0502020202020204" pitchFamily="34" charset="0"/>
              </a:rPr>
              <a:t>Donec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latin typeface="Century Gothic" panose="020B0502020202020204" pitchFamily="34" charset="0"/>
              </a:rPr>
              <a:t>.</a:t>
            </a:r>
          </a:p>
          <a:p>
            <a:pPr algn="just"/>
            <a:endParaRPr lang="es-ES" sz="1050" dirty="0">
              <a:latin typeface="Century Gothic" panose="020B0502020202020204" pitchFamily="34" charset="0"/>
            </a:endParaRPr>
          </a:p>
        </p:txBody>
      </p:sp>
      <p:sp>
        <p:nvSpPr>
          <p:cNvPr id="25" name="Título 1" descr="{&quot;id&quot;:&quot;7&quot;,&quot;type&quot;:&quot;text&quot;,&quot;editable&quot;:&quot;False&quot;, &quot;content&quot;:&quot;Pagina &lt;numero_pagina&gt;&quot;}">
            <a:extLst>
              <a:ext uri="{FF2B5EF4-FFF2-40B4-BE49-F238E27FC236}">
                <a16:creationId xmlns:a16="http://schemas.microsoft.com/office/drawing/2014/main" id="{1464783F-77CF-B36C-83FF-2AE36440EACA}"/>
              </a:ext>
            </a:extLst>
          </p:cNvPr>
          <p:cNvSpPr txBox="1">
            <a:spLocks/>
          </p:cNvSpPr>
          <p:nvPr/>
        </p:nvSpPr>
        <p:spPr>
          <a:xfrm>
            <a:off x="5272268" y="9564546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Página X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0265FE9C-867D-A4D8-C265-4AE960A56239}"/>
              </a:ext>
            </a:extLst>
          </p:cNvPr>
          <p:cNvSpPr/>
          <p:nvPr/>
        </p:nvSpPr>
        <p:spPr>
          <a:xfrm>
            <a:off x="3212432" y="8091575"/>
            <a:ext cx="4319008" cy="894645"/>
          </a:xfrm>
          <a:prstGeom prst="roundRect">
            <a:avLst>
              <a:gd name="adj" fmla="val 50000"/>
            </a:avLst>
          </a:prstGeom>
          <a:solidFill>
            <a:srgbClr val="7EB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Imagen 8" descr="{&quot;id&quot;:&quot;8&quot;,&quot;type&quot;:&quot;qr&quot;,&quot;editable&quot;:&quot;True&quot;, &quot;format&quot;:&quot;&lt;content&gt;&quot;}">
            <a:extLst>
              <a:ext uri="{FF2B5EF4-FFF2-40B4-BE49-F238E27FC236}">
                <a16:creationId xmlns:a16="http://schemas.microsoft.com/office/drawing/2014/main" id="{5C991DD5-AE29-F037-E3A6-D4F7A57358A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1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35767" y="8183463"/>
            <a:ext cx="700566" cy="71086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8D4C8191-03D3-BDB1-0F4F-9A4E203FD035}"/>
              </a:ext>
            </a:extLst>
          </p:cNvPr>
          <p:cNvSpPr txBox="1"/>
          <p:nvPr/>
        </p:nvSpPr>
        <p:spPr>
          <a:xfrm>
            <a:off x="4427621" y="8257090"/>
            <a:ext cx="195009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050" b="1" dirty="0">
                <a:solidFill>
                  <a:schemeClr val="bg1"/>
                </a:solidFill>
                <a:latin typeface="Century Gothic" panose="020B0502020202020204" pitchFamily="34" charset="0"/>
              </a:rPr>
              <a:t>Accede a este enlace para poder escuchar la sección.</a:t>
            </a:r>
          </a:p>
          <a:p>
            <a:pPr algn="just"/>
            <a:endParaRPr lang="es-ES" sz="105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CuadroTexto 11" descr="{&quot;id&quot;:&quot;9&quot;,&quot;type&quot;:&quot;sample&quot;,&quot;editable&quot;:&quot;True&quot;, &quot;format&quot;:&quot;&lt;content&gt;&quot;}">
            <a:extLst>
              <a:ext uri="{FF2B5EF4-FFF2-40B4-BE49-F238E27FC236}">
                <a16:creationId xmlns:a16="http://schemas.microsoft.com/office/drawing/2014/main" id="{246E7877-51E1-4A3D-90C8-23B1912EBF1E}"/>
              </a:ext>
            </a:extLst>
          </p:cNvPr>
          <p:cNvSpPr txBox="1"/>
          <p:nvPr/>
        </p:nvSpPr>
        <p:spPr>
          <a:xfrm>
            <a:off x="479254" y="6306427"/>
            <a:ext cx="5704464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Lorem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ipsum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dolor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amet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adipiscing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elit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consequat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Integer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vitae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ipsum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pharetra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aliquet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purus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mollis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fringilla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enim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porttitor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commodo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est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amet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tincidunt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enim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condimentum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id.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Donec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ornare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consectetur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Sed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tempus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tristique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massa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at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quam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eu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orci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Maecenas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augue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ut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dui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hendrerit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laoreet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et odio. Cras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eros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elit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mattis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vulputate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Praesent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molestie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risus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neque, ac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dapibus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augue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aliquam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vitae. Mauris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nulla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lacus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,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pretium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imperdiet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ut, pulvinar et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risus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Interdum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et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malesuada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fames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ac ante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ipsum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primis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in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faucibus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Vestibulum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vel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felis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eget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erat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cursus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elementum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sit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amet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vel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 </a:t>
            </a:r>
            <a:r>
              <a:rPr lang="es-ES" sz="1050" dirty="0" err="1">
                <a:solidFill>
                  <a:srgbClr val="0098A7"/>
                </a:solidFill>
                <a:latin typeface="Century Gothic" panose="020B0502020202020204" pitchFamily="34" charset="0"/>
              </a:rPr>
              <a:t>quam</a:t>
            </a:r>
            <a:r>
              <a:rPr lang="es-ES" sz="1050" dirty="0">
                <a:solidFill>
                  <a:srgbClr val="0098A7"/>
                </a:solidFill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2" name="Título 1" descr="{&quot;id&quot;:&quot;1&quot;,&quot;type&quot;:&quot;text&quot;,&quot;editable&quot;:&quot;False&quot;, &quot;format&quot;:&quot;&lt;asignatura&gt;&quot;}">
            <a:extLst>
              <a:ext uri="{FF2B5EF4-FFF2-40B4-BE49-F238E27FC236}">
                <a16:creationId xmlns:a16="http://schemas.microsoft.com/office/drawing/2014/main" id="{264C852E-586A-D7E7-98E1-11517ABD8796}"/>
              </a:ext>
            </a:extLst>
          </p:cNvPr>
          <p:cNvSpPr txBox="1">
            <a:spLocks/>
          </p:cNvSpPr>
          <p:nvPr/>
        </p:nvSpPr>
        <p:spPr>
          <a:xfrm>
            <a:off x="64384" y="179407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Nombre Asignatura</a:t>
            </a:r>
          </a:p>
        </p:txBody>
      </p:sp>
      <p:sp>
        <p:nvSpPr>
          <p:cNvPr id="3" name="Título 1" descr="{&quot;id&quot;:&quot;2&quot;,&quot;type&quot;:&quot;text&quot;,&quot;editable&quot;:&quot;False&quot;, &quot;format&quot;:&quot;&lt;curso&gt;&quot;}">
            <a:extLst>
              <a:ext uri="{FF2B5EF4-FFF2-40B4-BE49-F238E27FC236}">
                <a16:creationId xmlns:a16="http://schemas.microsoft.com/office/drawing/2014/main" id="{EEA78A16-495C-ED7B-C8A3-E6EBFDBE6732}"/>
              </a:ext>
            </a:extLst>
          </p:cNvPr>
          <p:cNvSpPr txBox="1">
            <a:spLocks/>
          </p:cNvSpPr>
          <p:nvPr/>
        </p:nvSpPr>
        <p:spPr>
          <a:xfrm>
            <a:off x="2650601" y="179407"/>
            <a:ext cx="1585732" cy="3414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000" b="1" dirty="0">
                <a:solidFill>
                  <a:srgbClr val="7EB900"/>
                </a:solidFill>
                <a:latin typeface="Century Gothic" panose="020B0502020202020204" pitchFamily="34" charset="0"/>
              </a:rPr>
              <a:t>Curso Académico</a:t>
            </a:r>
          </a:p>
        </p:txBody>
      </p:sp>
    </p:spTree>
    <p:extLst>
      <p:ext uri="{BB962C8B-B14F-4D97-AF65-F5344CB8AC3E}">
        <p14:creationId xmlns:p14="http://schemas.microsoft.com/office/powerpoint/2010/main" val="22598096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325</TotalTime>
  <Words>1533</Words>
  <Application>Microsoft Office PowerPoint</Application>
  <PresentationFormat>A4 (210 x 297 mm)</PresentationFormat>
  <Paragraphs>34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Century Gothic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Armero Fernández</dc:creator>
  <cp:lastModifiedBy>Rafael Armero Fernández</cp:lastModifiedBy>
  <cp:revision>10</cp:revision>
  <dcterms:created xsi:type="dcterms:W3CDTF">2026-01-08T10:33:33Z</dcterms:created>
  <dcterms:modified xsi:type="dcterms:W3CDTF">2026-01-16T07:28:11Z</dcterms:modified>
</cp:coreProperties>
</file>