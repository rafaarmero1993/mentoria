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60" r:id="rId4"/>
    <p:sldId id="261" r:id="rId5"/>
    <p:sldId id="263" r:id="rId6"/>
    <p:sldId id="262" r:id="rId7"/>
    <p:sldId id="264" r:id="rId8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98256DB-9691-5725-D85B-9C475134FCD5}" name="Rafael Armero Fernández" initials="RA" userId="S::rarmero@ferrer.com::6d4a3b6f-eaff-4048-87fd-5b7ed0f5213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8A7"/>
    <a:srgbClr val="7EB900"/>
    <a:srgbClr val="E5F0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2774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fael Armero Fernández" userId="6d4a3b6f-eaff-4048-87fd-5b7ed0f52138" providerId="ADAL" clId="{4F98A8B6-32C9-41CE-82D3-31F25BB5FEBD}"/>
    <pc:docChg chg="undo custSel modSld">
      <pc:chgData name="Rafael Armero Fernández" userId="6d4a3b6f-eaff-4048-87fd-5b7ed0f52138" providerId="ADAL" clId="{4F98A8B6-32C9-41CE-82D3-31F25BB5FEBD}" dt="2026-01-18T10:37:45.187" v="213" actId="207"/>
      <pc:docMkLst>
        <pc:docMk/>
      </pc:docMkLst>
      <pc:sldChg chg="modSp mod">
        <pc:chgData name="Rafael Armero Fernández" userId="6d4a3b6f-eaff-4048-87fd-5b7ed0f52138" providerId="ADAL" clId="{4F98A8B6-32C9-41CE-82D3-31F25BB5FEBD}" dt="2026-01-16T18:08:32.069" v="184" actId="1076"/>
        <pc:sldMkLst>
          <pc:docMk/>
          <pc:sldMk cId="336535506" sldId="256"/>
        </pc:sldMkLst>
        <pc:spChg chg="mod">
          <ac:chgData name="Rafael Armero Fernández" userId="6d4a3b6f-eaff-4048-87fd-5b7ed0f52138" providerId="ADAL" clId="{4F98A8B6-32C9-41CE-82D3-31F25BB5FEBD}" dt="2026-01-16T18:02:37.331" v="27" actId="27636"/>
          <ac:spMkLst>
            <pc:docMk/>
            <pc:sldMk cId="336535506" sldId="256"/>
            <ac:spMk id="2" creationId="{6DC40F76-320C-5408-51CB-8F9BAD89CA57}"/>
          </ac:spMkLst>
        </pc:spChg>
        <pc:spChg chg="mod">
          <ac:chgData name="Rafael Armero Fernández" userId="6d4a3b6f-eaff-4048-87fd-5b7ed0f52138" providerId="ADAL" clId="{4F98A8B6-32C9-41CE-82D3-31F25BB5FEBD}" dt="2026-01-16T18:03:25.766" v="49" actId="962"/>
          <ac:spMkLst>
            <pc:docMk/>
            <pc:sldMk cId="336535506" sldId="256"/>
            <ac:spMk id="7" creationId="{7384B9B8-EE47-2739-F476-40CCFFC36B74}"/>
          </ac:spMkLst>
        </pc:spChg>
        <pc:spChg chg="mod">
          <ac:chgData name="Rafael Armero Fernández" userId="6d4a3b6f-eaff-4048-87fd-5b7ed0f52138" providerId="ADAL" clId="{4F98A8B6-32C9-41CE-82D3-31F25BB5FEBD}" dt="2026-01-16T18:03:01.180" v="35" actId="962"/>
          <ac:spMkLst>
            <pc:docMk/>
            <pc:sldMk cId="336535506" sldId="256"/>
            <ac:spMk id="8" creationId="{22166332-FD16-F1D8-8615-8F863E498DCC}"/>
          </ac:spMkLst>
        </pc:spChg>
        <pc:spChg chg="mod">
          <ac:chgData name="Rafael Armero Fernández" userId="6d4a3b6f-eaff-4048-87fd-5b7ed0f52138" providerId="ADAL" clId="{4F98A8B6-32C9-41CE-82D3-31F25BB5FEBD}" dt="2026-01-16T18:08:32.069" v="184" actId="1076"/>
          <ac:spMkLst>
            <pc:docMk/>
            <pc:sldMk cId="336535506" sldId="256"/>
            <ac:spMk id="10" creationId="{7CD9759F-EF55-F334-5302-A46D976EC64E}"/>
          </ac:spMkLst>
        </pc:spChg>
      </pc:sldChg>
      <pc:sldChg chg="modSp mod">
        <pc:chgData name="Rafael Armero Fernández" userId="6d4a3b6f-eaff-4048-87fd-5b7ed0f52138" providerId="ADAL" clId="{4F98A8B6-32C9-41CE-82D3-31F25BB5FEBD}" dt="2026-01-16T18:08:46.015" v="187"/>
        <pc:sldMkLst>
          <pc:docMk/>
          <pc:sldMk cId="107223334" sldId="259"/>
        </pc:sldMkLst>
        <pc:spChg chg="mod">
          <ac:chgData name="Rafael Armero Fernández" userId="6d4a3b6f-eaff-4048-87fd-5b7ed0f52138" providerId="ADAL" clId="{4F98A8B6-32C9-41CE-82D3-31F25BB5FEBD}" dt="2026-01-16T18:03:13.199" v="39" actId="27636"/>
          <ac:spMkLst>
            <pc:docMk/>
            <pc:sldMk cId="107223334" sldId="259"/>
            <ac:spMk id="2" creationId="{8345E962-86D5-D7CD-5C35-F65BFF1567CE}"/>
          </ac:spMkLst>
        </pc:spChg>
        <pc:spChg chg="mod">
          <ac:chgData name="Rafael Armero Fernández" userId="6d4a3b6f-eaff-4048-87fd-5b7ed0f52138" providerId="ADAL" clId="{4F98A8B6-32C9-41CE-82D3-31F25BB5FEBD}" dt="2026-01-16T18:08:46.015" v="187"/>
          <ac:spMkLst>
            <pc:docMk/>
            <pc:sldMk cId="107223334" sldId="259"/>
            <ac:spMk id="3" creationId="{65D24980-B94C-CE70-60BA-35D3A7D06D83}"/>
          </ac:spMkLst>
        </pc:spChg>
        <pc:spChg chg="mod">
          <ac:chgData name="Rafael Armero Fernández" userId="6d4a3b6f-eaff-4048-87fd-5b7ed0f52138" providerId="ADAL" clId="{4F98A8B6-32C9-41CE-82D3-31F25BB5FEBD}" dt="2026-01-16T18:03:34.524" v="50" actId="20577"/>
          <ac:spMkLst>
            <pc:docMk/>
            <pc:sldMk cId="107223334" sldId="259"/>
            <ac:spMk id="7" creationId="{B7038E53-96FE-C865-E44F-247B3EBC16AC}"/>
          </ac:spMkLst>
        </pc:spChg>
        <pc:spChg chg="mod">
          <ac:chgData name="Rafael Armero Fernández" userId="6d4a3b6f-eaff-4048-87fd-5b7ed0f52138" providerId="ADAL" clId="{4F98A8B6-32C9-41CE-82D3-31F25BB5FEBD}" dt="2026-01-16T18:03:43.369" v="55" actId="20577"/>
          <ac:spMkLst>
            <pc:docMk/>
            <pc:sldMk cId="107223334" sldId="259"/>
            <ac:spMk id="8" creationId="{32D6075B-07F5-081F-7F3F-2795C8F19F6A}"/>
          </ac:spMkLst>
        </pc:spChg>
      </pc:sldChg>
      <pc:sldChg chg="modSp mod">
        <pc:chgData name="Rafael Armero Fernández" userId="6d4a3b6f-eaff-4048-87fd-5b7ed0f52138" providerId="ADAL" clId="{4F98A8B6-32C9-41CE-82D3-31F25BB5FEBD}" dt="2026-01-16T18:08:58.593" v="189"/>
        <pc:sldMkLst>
          <pc:docMk/>
          <pc:sldMk cId="1142527568" sldId="260"/>
        </pc:sldMkLst>
        <pc:spChg chg="mod">
          <ac:chgData name="Rafael Armero Fernández" userId="6d4a3b6f-eaff-4048-87fd-5b7ed0f52138" providerId="ADAL" clId="{4F98A8B6-32C9-41CE-82D3-31F25BB5FEBD}" dt="2026-01-16T18:02:19.118" v="23" actId="27636"/>
          <ac:spMkLst>
            <pc:docMk/>
            <pc:sldMk cId="1142527568" sldId="260"/>
            <ac:spMk id="2" creationId="{E156CA16-70B0-E06A-217B-594B03DABAC8}"/>
          </ac:spMkLst>
        </pc:spChg>
        <pc:spChg chg="mod">
          <ac:chgData name="Rafael Armero Fernández" userId="6d4a3b6f-eaff-4048-87fd-5b7ed0f52138" providerId="ADAL" clId="{4F98A8B6-32C9-41CE-82D3-31F25BB5FEBD}" dt="2026-01-16T18:08:58.593" v="189"/>
          <ac:spMkLst>
            <pc:docMk/>
            <pc:sldMk cId="1142527568" sldId="260"/>
            <ac:spMk id="3" creationId="{0713AC07-ADC3-30F5-8957-2C3DD597B8AA}"/>
          </ac:spMkLst>
        </pc:spChg>
        <pc:spChg chg="mod">
          <ac:chgData name="Rafael Armero Fernández" userId="6d4a3b6f-eaff-4048-87fd-5b7ed0f52138" providerId="ADAL" clId="{4F98A8B6-32C9-41CE-82D3-31F25BB5FEBD}" dt="2026-01-16T18:06:28.716" v="117" actId="962"/>
          <ac:spMkLst>
            <pc:docMk/>
            <pc:sldMk cId="1142527568" sldId="260"/>
            <ac:spMk id="7" creationId="{EA98EB12-D546-C88E-5979-2BE66F676A7B}"/>
          </ac:spMkLst>
        </pc:spChg>
        <pc:spChg chg="mod">
          <ac:chgData name="Rafael Armero Fernández" userId="6d4a3b6f-eaff-4048-87fd-5b7ed0f52138" providerId="ADAL" clId="{4F98A8B6-32C9-41CE-82D3-31F25BB5FEBD}" dt="2026-01-16T18:04:16.342" v="71" actId="962"/>
          <ac:spMkLst>
            <pc:docMk/>
            <pc:sldMk cId="1142527568" sldId="260"/>
            <ac:spMk id="8" creationId="{2089C05F-3D87-6533-A9ED-68C37DB5DC54}"/>
          </ac:spMkLst>
        </pc:spChg>
      </pc:sldChg>
      <pc:sldChg chg="modSp mod">
        <pc:chgData name="Rafael Armero Fernández" userId="6d4a3b6f-eaff-4048-87fd-5b7ed0f52138" providerId="ADAL" clId="{4F98A8B6-32C9-41CE-82D3-31F25BB5FEBD}" dt="2026-01-16T18:18:02.808" v="209" actId="962"/>
        <pc:sldMkLst>
          <pc:docMk/>
          <pc:sldMk cId="3480948942" sldId="261"/>
        </pc:sldMkLst>
        <pc:spChg chg="mod">
          <ac:chgData name="Rafael Armero Fernández" userId="6d4a3b6f-eaff-4048-87fd-5b7ed0f52138" providerId="ADAL" clId="{4F98A8B6-32C9-41CE-82D3-31F25BB5FEBD}" dt="2026-01-16T18:18:02.808" v="209" actId="962"/>
          <ac:spMkLst>
            <pc:docMk/>
            <pc:sldMk cId="3480948942" sldId="261"/>
            <ac:spMk id="2" creationId="{5E13F2A1-1EF4-4851-C692-8704DB3BCB1A}"/>
          </ac:spMkLst>
        </pc:spChg>
        <pc:spChg chg="mod">
          <ac:chgData name="Rafael Armero Fernández" userId="6d4a3b6f-eaff-4048-87fd-5b7ed0f52138" providerId="ADAL" clId="{4F98A8B6-32C9-41CE-82D3-31F25BB5FEBD}" dt="2026-01-16T18:09:14.781" v="191"/>
          <ac:spMkLst>
            <pc:docMk/>
            <pc:sldMk cId="3480948942" sldId="261"/>
            <ac:spMk id="3" creationId="{AA1F75AF-38E6-597F-0148-497E1CD00DA1}"/>
          </ac:spMkLst>
        </pc:spChg>
        <pc:spChg chg="mod">
          <ac:chgData name="Rafael Armero Fernández" userId="6d4a3b6f-eaff-4048-87fd-5b7ed0f52138" providerId="ADAL" clId="{4F98A8B6-32C9-41CE-82D3-31F25BB5FEBD}" dt="2026-01-16T18:06:16.970" v="113" actId="962"/>
          <ac:spMkLst>
            <pc:docMk/>
            <pc:sldMk cId="3480948942" sldId="261"/>
            <ac:spMk id="7" creationId="{5497795F-A4AB-D9B1-8EC3-632A6F5513A9}"/>
          </ac:spMkLst>
        </pc:spChg>
        <pc:spChg chg="mod">
          <ac:chgData name="Rafael Armero Fernández" userId="6d4a3b6f-eaff-4048-87fd-5b7ed0f52138" providerId="ADAL" clId="{4F98A8B6-32C9-41CE-82D3-31F25BB5FEBD}" dt="2026-01-16T18:04:48.211" v="85" actId="20577"/>
          <ac:spMkLst>
            <pc:docMk/>
            <pc:sldMk cId="3480948942" sldId="261"/>
            <ac:spMk id="8" creationId="{A1B21A1B-F459-8C10-7088-29FF2C42FB3E}"/>
          </ac:spMkLst>
        </pc:spChg>
      </pc:sldChg>
      <pc:sldChg chg="modSp mod">
        <pc:chgData name="Rafael Armero Fernández" userId="6d4a3b6f-eaff-4048-87fd-5b7ed0f52138" providerId="ADAL" clId="{4F98A8B6-32C9-41CE-82D3-31F25BB5FEBD}" dt="2026-01-16T18:10:58.581" v="204"/>
        <pc:sldMkLst>
          <pc:docMk/>
          <pc:sldMk cId="675517775" sldId="262"/>
        </pc:sldMkLst>
        <pc:spChg chg="mod">
          <ac:chgData name="Rafael Armero Fernández" userId="6d4a3b6f-eaff-4048-87fd-5b7ed0f52138" providerId="ADAL" clId="{4F98A8B6-32C9-41CE-82D3-31F25BB5FEBD}" dt="2026-01-16T18:07:00.545" v="125" actId="962"/>
          <ac:spMkLst>
            <pc:docMk/>
            <pc:sldMk cId="675517775" sldId="262"/>
            <ac:spMk id="2" creationId="{0BDB0B8D-D5E8-4E0D-6F74-DC5E46717F9B}"/>
          </ac:spMkLst>
        </pc:spChg>
        <pc:spChg chg="mod">
          <ac:chgData name="Rafael Armero Fernández" userId="6d4a3b6f-eaff-4048-87fd-5b7ed0f52138" providerId="ADAL" clId="{4F98A8B6-32C9-41CE-82D3-31F25BB5FEBD}" dt="2026-01-16T18:10:58.581" v="204"/>
          <ac:spMkLst>
            <pc:docMk/>
            <pc:sldMk cId="675517775" sldId="262"/>
            <ac:spMk id="3" creationId="{0B269DD3-FD90-3EC9-9D05-23C4DCB9238B}"/>
          </ac:spMkLst>
        </pc:spChg>
        <pc:spChg chg="mod">
          <ac:chgData name="Rafael Armero Fernández" userId="6d4a3b6f-eaff-4048-87fd-5b7ed0f52138" providerId="ADAL" clId="{4F98A8B6-32C9-41CE-82D3-31F25BB5FEBD}" dt="2026-01-16T18:07:22.043" v="146" actId="962"/>
          <ac:spMkLst>
            <pc:docMk/>
            <pc:sldMk cId="675517775" sldId="262"/>
            <ac:spMk id="7" creationId="{49C468CF-A065-34C3-E2C5-A03709DADBDD}"/>
          </ac:spMkLst>
        </pc:spChg>
        <pc:spChg chg="mod">
          <ac:chgData name="Rafael Armero Fernández" userId="6d4a3b6f-eaff-4048-87fd-5b7ed0f52138" providerId="ADAL" clId="{4F98A8B6-32C9-41CE-82D3-31F25BB5FEBD}" dt="2026-01-16T18:07:18.543" v="144" actId="962"/>
          <ac:spMkLst>
            <pc:docMk/>
            <pc:sldMk cId="675517775" sldId="262"/>
            <ac:spMk id="8" creationId="{2DBDF286-A99D-F5EA-DA94-F299468A583B}"/>
          </ac:spMkLst>
        </pc:spChg>
      </pc:sldChg>
      <pc:sldChg chg="modSp mod">
        <pc:chgData name="Rafael Armero Fernández" userId="6d4a3b6f-eaff-4048-87fd-5b7ed0f52138" providerId="ADAL" clId="{4F98A8B6-32C9-41CE-82D3-31F25BB5FEBD}" dt="2026-01-18T10:37:45.187" v="213" actId="207"/>
        <pc:sldMkLst>
          <pc:docMk/>
          <pc:sldMk cId="1951310169" sldId="263"/>
        </pc:sldMkLst>
        <pc:spChg chg="mod">
          <ac:chgData name="Rafael Armero Fernández" userId="6d4a3b6f-eaff-4048-87fd-5b7ed0f52138" providerId="ADAL" clId="{4F98A8B6-32C9-41CE-82D3-31F25BB5FEBD}" dt="2026-01-18T10:37:45.187" v="213" actId="207"/>
          <ac:spMkLst>
            <pc:docMk/>
            <pc:sldMk cId="1951310169" sldId="263"/>
            <ac:spMk id="2" creationId="{071C39A2-12CB-4A13-81ED-DD0D3601EE5A}"/>
          </ac:spMkLst>
        </pc:spChg>
        <pc:spChg chg="mod">
          <ac:chgData name="Rafael Armero Fernández" userId="6d4a3b6f-eaff-4048-87fd-5b7ed0f52138" providerId="ADAL" clId="{4F98A8B6-32C9-41CE-82D3-31F25BB5FEBD}" dt="2026-01-16T18:09:28.149" v="192"/>
          <ac:spMkLst>
            <pc:docMk/>
            <pc:sldMk cId="1951310169" sldId="263"/>
            <ac:spMk id="3" creationId="{502436D1-BE85-576B-C99A-914382AE0629}"/>
          </ac:spMkLst>
        </pc:spChg>
        <pc:spChg chg="mod">
          <ac:chgData name="Rafael Armero Fernández" userId="6d4a3b6f-eaff-4048-87fd-5b7ed0f52138" providerId="ADAL" clId="{4F98A8B6-32C9-41CE-82D3-31F25BB5FEBD}" dt="2026-01-16T18:05:21.877" v="100" actId="962"/>
          <ac:spMkLst>
            <pc:docMk/>
            <pc:sldMk cId="1951310169" sldId="263"/>
            <ac:spMk id="7" creationId="{192EBAF9-F250-9D49-F76C-6D8384260D89}"/>
          </ac:spMkLst>
        </pc:spChg>
        <pc:spChg chg="mod">
          <ac:chgData name="Rafael Armero Fernández" userId="6d4a3b6f-eaff-4048-87fd-5b7ed0f52138" providerId="ADAL" clId="{4F98A8B6-32C9-41CE-82D3-31F25BB5FEBD}" dt="2026-01-16T18:05:33.899" v="109" actId="20577"/>
          <ac:spMkLst>
            <pc:docMk/>
            <pc:sldMk cId="1951310169" sldId="263"/>
            <ac:spMk id="8" creationId="{CDBDACA2-3E9E-D01D-FE7C-3773E2A49D89}"/>
          </ac:spMkLst>
        </pc:spChg>
        <pc:spChg chg="mod">
          <ac:chgData name="Rafael Armero Fernández" userId="6d4a3b6f-eaff-4048-87fd-5b7ed0f52138" providerId="ADAL" clId="{4F98A8B6-32C9-41CE-82D3-31F25BB5FEBD}" dt="2026-01-18T10:37:44.881" v="212" actId="207"/>
          <ac:spMkLst>
            <pc:docMk/>
            <pc:sldMk cId="1951310169" sldId="263"/>
            <ac:spMk id="10" creationId="{52B6F0C6-2DC9-C35A-5DEA-624939C4E8A2}"/>
          </ac:spMkLst>
        </pc:spChg>
      </pc:sldChg>
      <pc:sldChg chg="modSp mod">
        <pc:chgData name="Rafael Armero Fernández" userId="6d4a3b6f-eaff-4048-87fd-5b7ed0f52138" providerId="ADAL" clId="{4F98A8B6-32C9-41CE-82D3-31F25BB5FEBD}" dt="2026-01-16T18:11:02.621" v="205"/>
        <pc:sldMkLst>
          <pc:docMk/>
          <pc:sldMk cId="2546147337" sldId="264"/>
        </pc:sldMkLst>
        <pc:spChg chg="mod">
          <ac:chgData name="Rafael Armero Fernández" userId="6d4a3b6f-eaff-4048-87fd-5b7ed0f52138" providerId="ADAL" clId="{4F98A8B6-32C9-41CE-82D3-31F25BB5FEBD}" dt="2026-01-16T18:07:33.112" v="156" actId="962"/>
          <ac:spMkLst>
            <pc:docMk/>
            <pc:sldMk cId="2546147337" sldId="264"/>
            <ac:spMk id="2" creationId="{60DD4936-A255-3ECC-AF6A-37CF049B6801}"/>
          </ac:spMkLst>
        </pc:spChg>
        <pc:spChg chg="mod">
          <ac:chgData name="Rafael Armero Fernández" userId="6d4a3b6f-eaff-4048-87fd-5b7ed0f52138" providerId="ADAL" clId="{4F98A8B6-32C9-41CE-82D3-31F25BB5FEBD}" dt="2026-01-16T18:11:02.621" v="205"/>
          <ac:spMkLst>
            <pc:docMk/>
            <pc:sldMk cId="2546147337" sldId="264"/>
            <ac:spMk id="3" creationId="{78BD1A1F-35AE-8948-A4CF-8AC2F215354E}"/>
          </ac:spMkLst>
        </pc:spChg>
        <pc:spChg chg="mod">
          <ac:chgData name="Rafael Armero Fernández" userId="6d4a3b6f-eaff-4048-87fd-5b7ed0f52138" providerId="ADAL" clId="{4F98A8B6-32C9-41CE-82D3-31F25BB5FEBD}" dt="2026-01-16T18:08:11.286" v="182" actId="962"/>
          <ac:spMkLst>
            <pc:docMk/>
            <pc:sldMk cId="2546147337" sldId="264"/>
            <ac:spMk id="7" creationId="{A1E9DB05-2647-EA40-AC44-49F6098AB98E}"/>
          </ac:spMkLst>
        </pc:spChg>
        <pc:spChg chg="mod">
          <ac:chgData name="Rafael Armero Fernández" userId="6d4a3b6f-eaff-4048-87fd-5b7ed0f52138" providerId="ADAL" clId="{4F98A8B6-32C9-41CE-82D3-31F25BB5FEBD}" dt="2026-01-16T18:07:58.103" v="175" actId="20577"/>
          <ac:spMkLst>
            <pc:docMk/>
            <pc:sldMk cId="2546147337" sldId="264"/>
            <ac:spMk id="8" creationId="{9F12B4D8-4FFA-85B3-4659-D07693FC2DE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E00A-E919-4CAB-BC4A-BE72A161DA0E}" type="datetimeFigureOut">
              <a:rPr lang="es-ES" smtClean="0"/>
              <a:t>18/01/2026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8E66-74FE-4FB9-B29D-CEB094AC6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13571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E00A-E919-4CAB-BC4A-BE72A161DA0E}" type="datetimeFigureOut">
              <a:rPr lang="es-ES" smtClean="0"/>
              <a:t>18/01/2026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8E66-74FE-4FB9-B29D-CEB094AC6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4615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E00A-E919-4CAB-BC4A-BE72A161DA0E}" type="datetimeFigureOut">
              <a:rPr lang="es-ES" smtClean="0"/>
              <a:t>18/01/2026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8E66-74FE-4FB9-B29D-CEB094AC6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57123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E00A-E919-4CAB-BC4A-BE72A161DA0E}" type="datetimeFigureOut">
              <a:rPr lang="es-ES" smtClean="0"/>
              <a:t>18/01/2026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8E66-74FE-4FB9-B29D-CEB094AC6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6563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E00A-E919-4CAB-BC4A-BE72A161DA0E}" type="datetimeFigureOut">
              <a:rPr lang="es-ES" smtClean="0"/>
              <a:t>18/01/2026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8E66-74FE-4FB9-B29D-CEB094AC6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54153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E00A-E919-4CAB-BC4A-BE72A161DA0E}" type="datetimeFigureOut">
              <a:rPr lang="es-ES" smtClean="0"/>
              <a:t>18/01/2026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8E66-74FE-4FB9-B29D-CEB094AC6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6247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E00A-E919-4CAB-BC4A-BE72A161DA0E}" type="datetimeFigureOut">
              <a:rPr lang="es-ES" smtClean="0"/>
              <a:t>18/01/2026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8E66-74FE-4FB9-B29D-CEB094AC6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39908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E00A-E919-4CAB-BC4A-BE72A161DA0E}" type="datetimeFigureOut">
              <a:rPr lang="es-ES" smtClean="0"/>
              <a:t>18/01/2026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8E66-74FE-4FB9-B29D-CEB094AC6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11978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E00A-E919-4CAB-BC4A-BE72A161DA0E}" type="datetimeFigureOut">
              <a:rPr lang="es-ES" smtClean="0"/>
              <a:t>18/01/2026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8E66-74FE-4FB9-B29D-CEB094AC6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1965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E00A-E919-4CAB-BC4A-BE72A161DA0E}" type="datetimeFigureOut">
              <a:rPr lang="es-ES" smtClean="0"/>
              <a:t>18/01/2026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8E66-74FE-4FB9-B29D-CEB094AC6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25071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E00A-E919-4CAB-BC4A-BE72A161DA0E}" type="datetimeFigureOut">
              <a:rPr lang="es-ES" smtClean="0"/>
              <a:t>18/01/2026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8E66-74FE-4FB9-B29D-CEB094AC6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0508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79E00A-E919-4CAB-BC4A-BE72A161DA0E}" type="datetimeFigureOut">
              <a:rPr lang="es-ES" smtClean="0"/>
              <a:t>18/01/2026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6F8E66-74FE-4FB9-B29D-CEB094AC6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23155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descr="{&quot;id&quot;:&quot;3&quot;,&quot;type&quot;:&quot;text&quot;,&quot;editable&quot;:&quot;False&quot;, &quot;format&quot;:&quot;&lt;titulo_unidad_formativa&gt;&quot;}">
            <a:extLst>
              <a:ext uri="{FF2B5EF4-FFF2-40B4-BE49-F238E27FC236}">
                <a16:creationId xmlns:a16="http://schemas.microsoft.com/office/drawing/2014/main" id="{6DC40F76-320C-5408-51CB-8F9BAD89CA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045" y="474561"/>
            <a:ext cx="6562845" cy="659757"/>
          </a:xfrm>
        </p:spPr>
        <p:txBody>
          <a:bodyPr anchor="t">
            <a:normAutofit/>
          </a:bodyPr>
          <a:lstStyle/>
          <a:p>
            <a:r>
              <a:rPr lang="es-ES" sz="28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Titulo de la Unidad Formativa</a:t>
            </a:r>
          </a:p>
        </p:txBody>
      </p:sp>
      <p:sp>
        <p:nvSpPr>
          <p:cNvPr id="4" name="Título 1" descr="{&quot;id&quot;:&quot;1&quot;,&quot;type&quot;:&quot;text&quot;,&quot;editable&quot;:&quot;False&quot;, &quot;format&quot;:&quot;&lt;asignatura&gt;&quot;}">
            <a:extLst>
              <a:ext uri="{FF2B5EF4-FFF2-40B4-BE49-F238E27FC236}">
                <a16:creationId xmlns:a16="http://schemas.microsoft.com/office/drawing/2014/main" id="{AAC85626-F32F-F084-ECD6-36D2CEF2915C}"/>
              </a:ext>
            </a:extLst>
          </p:cNvPr>
          <p:cNvSpPr txBox="1">
            <a:spLocks/>
          </p:cNvSpPr>
          <p:nvPr/>
        </p:nvSpPr>
        <p:spPr>
          <a:xfrm>
            <a:off x="64384" y="179407"/>
            <a:ext cx="1585732" cy="3414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0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Nombre Asignatura</a:t>
            </a:r>
          </a:p>
        </p:txBody>
      </p:sp>
      <p:sp>
        <p:nvSpPr>
          <p:cNvPr id="5" name="Título 1" descr="{&quot;id&quot;:&quot;2&quot;,&quot;type&quot;:&quot;text&quot;,&quot;editable&quot;:&quot;False&quot;, &quot;format&quot;:&quot;&lt;curso&gt;&quot;}">
            <a:extLst>
              <a:ext uri="{FF2B5EF4-FFF2-40B4-BE49-F238E27FC236}">
                <a16:creationId xmlns:a16="http://schemas.microsoft.com/office/drawing/2014/main" id="{2273D02B-CF03-E703-C508-110965769A00}"/>
              </a:ext>
            </a:extLst>
          </p:cNvPr>
          <p:cNvSpPr txBox="1">
            <a:spLocks/>
          </p:cNvSpPr>
          <p:nvPr/>
        </p:nvSpPr>
        <p:spPr>
          <a:xfrm>
            <a:off x="2650601" y="179407"/>
            <a:ext cx="1585732" cy="3414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0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Curso Académico</a:t>
            </a:r>
          </a:p>
        </p:txBody>
      </p:sp>
      <p:pic>
        <p:nvPicPr>
          <p:cNvPr id="1028" name="Picture 4" descr="Ferrer Logo &amp; Brand Assets (SVG, PNG and vector) - Brandfetch">
            <a:extLst>
              <a:ext uri="{FF2B5EF4-FFF2-40B4-BE49-F238E27FC236}">
                <a16:creationId xmlns:a16="http://schemas.microsoft.com/office/drawing/2014/main" id="{71D6044D-5342-8B7E-0AB3-1DF98AD1C4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7711" y="144742"/>
            <a:ext cx="318244" cy="318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7" descr="{&quot;id&quot;:&quot;5&quot;,&quot;type&quot;:&quot;text&quot;,&quot;editable&quot;:&quot;False&quot;, &quot;format&quot;:&quot;&lt;titulo_de_la_sección&gt;&quot;}">
            <a:extLst>
              <a:ext uri="{FF2B5EF4-FFF2-40B4-BE49-F238E27FC236}">
                <a16:creationId xmlns:a16="http://schemas.microsoft.com/office/drawing/2014/main" id="{22166332-FD16-F1D8-8615-8F863E498DCC}"/>
              </a:ext>
            </a:extLst>
          </p:cNvPr>
          <p:cNvSpPr txBox="1"/>
          <p:nvPr/>
        </p:nvSpPr>
        <p:spPr>
          <a:xfrm>
            <a:off x="505227" y="1397599"/>
            <a:ext cx="43173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rgbClr val="7EB900"/>
                </a:solidFill>
                <a:latin typeface="Century Gothic" panose="020B0502020202020204" pitchFamily="34" charset="0"/>
              </a:rPr>
              <a:t>Título de la sección</a:t>
            </a:r>
            <a:endParaRPr lang="es-ES" sz="1200" dirty="0"/>
          </a:p>
        </p:txBody>
      </p:sp>
      <p:sp>
        <p:nvSpPr>
          <p:cNvPr id="10" name="CuadroTexto 9" descr="{&quot;id&quot;:&quot;6&quot;,&quot;type&quot;:&quot;text&quot;,&quot;editable&quot;:&quot;True&quot;, &quot;format&quot;:&quot;&lt;content&gt;&quot;}">
            <a:extLst>
              <a:ext uri="{FF2B5EF4-FFF2-40B4-BE49-F238E27FC236}">
                <a16:creationId xmlns:a16="http://schemas.microsoft.com/office/drawing/2014/main" id="{7CD9759F-EF55-F334-5302-A46D976EC64E}"/>
              </a:ext>
            </a:extLst>
          </p:cNvPr>
          <p:cNvSpPr txBox="1"/>
          <p:nvPr/>
        </p:nvSpPr>
        <p:spPr>
          <a:xfrm>
            <a:off x="508610" y="1723387"/>
            <a:ext cx="5801978" cy="7201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050" dirty="0">
                <a:latin typeface="Century Gothic" panose="020B0502020202020204" pitchFamily="34" charset="0"/>
              </a:rPr>
              <a:t>Lorem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dolor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adipiscing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Praesent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consequat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mollis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vitae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aliquet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purus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mollis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fringilla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latin typeface="Century Gothic" panose="020B0502020202020204" pitchFamily="34" charset="0"/>
              </a:rPr>
              <a:t>porttitor</a:t>
            </a:r>
            <a:r>
              <a:rPr lang="es-ES" sz="1050" dirty="0">
                <a:latin typeface="Century Gothic" panose="020B0502020202020204" pitchFamily="34" charset="0"/>
              </a:rPr>
              <a:t> commodo </a:t>
            </a:r>
            <a:r>
              <a:rPr lang="es-ES" sz="1050" dirty="0" err="1">
                <a:latin typeface="Century Gothic" panose="020B0502020202020204" pitchFamily="34" charset="0"/>
              </a:rPr>
              <a:t>est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 id.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ornare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massa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 at </a:t>
            </a:r>
            <a:r>
              <a:rPr lang="es-ES" sz="1050" dirty="0" err="1"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augue</a:t>
            </a:r>
            <a:r>
              <a:rPr lang="es-ES" sz="1050" dirty="0">
                <a:latin typeface="Century Gothic" panose="020B0502020202020204" pitchFamily="34" charset="0"/>
              </a:rPr>
              <a:t> ut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hendrerit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et odio. Cras </a:t>
            </a:r>
            <a:r>
              <a:rPr lang="es-ES" sz="1050" dirty="0" err="1">
                <a:latin typeface="Century Gothic" panose="020B0502020202020204" pitchFamily="34" charset="0"/>
              </a:rPr>
              <a:t>aliquam</a:t>
            </a:r>
            <a:r>
              <a:rPr lang="es-ES" sz="1050" dirty="0">
                <a:latin typeface="Century Gothic" panose="020B0502020202020204" pitchFamily="34" charset="0"/>
              </a:rPr>
              <a:t> eros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mattis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Praesent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risus</a:t>
            </a:r>
            <a:r>
              <a:rPr lang="es-ES" sz="1050" dirty="0">
                <a:latin typeface="Century Gothic" panose="020B0502020202020204" pitchFamily="34" charset="0"/>
              </a:rPr>
              <a:t> neque, ac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augue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aliquam</a:t>
            </a:r>
            <a:r>
              <a:rPr lang="es-ES" sz="1050" dirty="0">
                <a:latin typeface="Century Gothic" panose="020B0502020202020204" pitchFamily="34" charset="0"/>
              </a:rPr>
              <a:t> vitae. Mauris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lacus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imperdiet</a:t>
            </a:r>
            <a:r>
              <a:rPr lang="es-ES" sz="1050" dirty="0">
                <a:latin typeface="Century Gothic" panose="020B0502020202020204" pitchFamily="34" charset="0"/>
              </a:rPr>
              <a:t> ut, pulvinar et </a:t>
            </a:r>
            <a:r>
              <a:rPr lang="es-ES" sz="1050" dirty="0" err="1">
                <a:latin typeface="Century Gothic" panose="020B0502020202020204" pitchFamily="34" charset="0"/>
              </a:rPr>
              <a:t>risus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Interdum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fames</a:t>
            </a:r>
            <a:r>
              <a:rPr lang="es-ES" sz="1050" dirty="0">
                <a:latin typeface="Century Gothic" panose="020B0502020202020204" pitchFamily="34" charset="0"/>
              </a:rPr>
              <a:t> ac ante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primis</a:t>
            </a:r>
            <a:r>
              <a:rPr lang="es-ES" sz="1050" dirty="0">
                <a:latin typeface="Century Gothic" panose="020B0502020202020204" pitchFamily="34" charset="0"/>
              </a:rPr>
              <a:t> in </a:t>
            </a:r>
            <a:r>
              <a:rPr lang="es-ES" sz="1050" dirty="0" err="1">
                <a:latin typeface="Century Gothic" panose="020B0502020202020204" pitchFamily="34" charset="0"/>
              </a:rPr>
              <a:t>faucibus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felis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elementum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.</a:t>
            </a:r>
          </a:p>
          <a:p>
            <a:pPr algn="just"/>
            <a:endParaRPr lang="es-ES" sz="1050" dirty="0">
              <a:latin typeface="Century Gothic" panose="020B0502020202020204" pitchFamily="34" charset="0"/>
            </a:endParaRPr>
          </a:p>
          <a:p>
            <a:pPr algn="just"/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maximus</a:t>
            </a:r>
            <a:r>
              <a:rPr lang="es-ES" sz="1050" dirty="0">
                <a:latin typeface="Century Gothic" panose="020B0502020202020204" pitchFamily="34" charset="0"/>
              </a:rPr>
              <a:t> neque, id commodo </a:t>
            </a:r>
            <a:r>
              <a:rPr lang="es-ES" sz="1050" dirty="0" err="1">
                <a:latin typeface="Century Gothic" panose="020B0502020202020204" pitchFamily="34" charset="0"/>
              </a:rPr>
              <a:t>metus</a:t>
            </a:r>
            <a:r>
              <a:rPr lang="es-ES" sz="1050" dirty="0">
                <a:latin typeface="Century Gothic" panose="020B0502020202020204" pitchFamily="34" charset="0"/>
              </a:rPr>
              <a:t>. In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sed </a:t>
            </a:r>
            <a:r>
              <a:rPr lang="es-ES" sz="1050" dirty="0" err="1">
                <a:latin typeface="Century Gothic" panose="020B0502020202020204" pitchFamily="34" charset="0"/>
              </a:rPr>
              <a:t>interdum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latin typeface="Century Gothic" panose="020B0502020202020204" pitchFamily="34" charset="0"/>
              </a:rPr>
              <a:t> non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felis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latin typeface="Century Gothic" panose="020B0502020202020204" pitchFamily="34" charset="0"/>
              </a:rPr>
              <a:t> lacinia </a:t>
            </a:r>
            <a:r>
              <a:rPr lang="es-ES" sz="1050" dirty="0" err="1">
                <a:latin typeface="Century Gothic" panose="020B0502020202020204" pitchFamily="34" charset="0"/>
              </a:rPr>
              <a:t>metus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, ac commodo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non. </a:t>
            </a:r>
            <a:r>
              <a:rPr lang="es-ES" sz="1050" dirty="0" err="1">
                <a:latin typeface="Century Gothic" panose="020B0502020202020204" pitchFamily="34" charset="0"/>
              </a:rPr>
              <a:t>Curabitur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dictum</a:t>
            </a:r>
            <a:r>
              <a:rPr lang="es-ES" sz="1050" dirty="0">
                <a:latin typeface="Century Gothic" panose="020B0502020202020204" pitchFamily="34" charset="0"/>
              </a:rPr>
              <a:t> ornare ex </a:t>
            </a:r>
            <a:r>
              <a:rPr lang="es-ES" sz="1050" dirty="0" err="1">
                <a:latin typeface="Century Gothic" panose="020B0502020202020204" pitchFamily="34" charset="0"/>
              </a:rPr>
              <a:t>nec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nibh</a:t>
            </a:r>
            <a:r>
              <a:rPr lang="es-ES" sz="1050" dirty="0">
                <a:latin typeface="Century Gothic" panose="020B0502020202020204" pitchFamily="34" charset="0"/>
              </a:rPr>
              <a:t> ut </a:t>
            </a:r>
            <a:r>
              <a:rPr lang="es-ES" sz="1050" dirty="0" err="1">
                <a:latin typeface="Century Gothic" panose="020B0502020202020204" pitchFamily="34" charset="0"/>
              </a:rPr>
              <a:t>iaculis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ligula</a:t>
            </a:r>
            <a:r>
              <a:rPr lang="es-ES" sz="1050" dirty="0">
                <a:latin typeface="Century Gothic" panose="020B0502020202020204" pitchFamily="34" charset="0"/>
              </a:rPr>
              <a:t> eros </a:t>
            </a:r>
            <a:r>
              <a:rPr lang="es-ES" sz="1050" dirty="0" err="1">
                <a:latin typeface="Century Gothic" panose="020B0502020202020204" pitchFamily="34" charset="0"/>
              </a:rPr>
              <a:t>hendrerit</a:t>
            </a:r>
            <a:r>
              <a:rPr lang="es-ES" sz="1050" dirty="0">
                <a:latin typeface="Century Gothic" panose="020B0502020202020204" pitchFamily="34" charset="0"/>
              </a:rPr>
              <a:t> neque, quis lacinia </a:t>
            </a:r>
            <a:r>
              <a:rPr lang="es-ES" sz="1050" dirty="0" err="1">
                <a:latin typeface="Century Gothic" panose="020B0502020202020204" pitchFamily="34" charset="0"/>
              </a:rPr>
              <a:t>diam</a:t>
            </a:r>
            <a:r>
              <a:rPr lang="es-ES" sz="1050" dirty="0">
                <a:latin typeface="Century Gothic" panose="020B0502020202020204" pitchFamily="34" charset="0"/>
              </a:rPr>
              <a:t> mauris in </a:t>
            </a:r>
            <a:r>
              <a:rPr lang="es-ES" sz="1050" dirty="0" err="1">
                <a:latin typeface="Century Gothic" panose="020B0502020202020204" pitchFamily="34" charset="0"/>
              </a:rPr>
              <a:t>ligula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Pellentesque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risus</a:t>
            </a:r>
            <a:r>
              <a:rPr lang="es-ES" sz="1050" dirty="0">
                <a:latin typeface="Century Gothic" panose="020B0502020202020204" pitchFamily="34" charset="0"/>
              </a:rPr>
              <a:t> in magna </a:t>
            </a:r>
            <a:r>
              <a:rPr lang="es-ES" sz="1050" dirty="0" err="1">
                <a:latin typeface="Century Gothic" panose="020B0502020202020204" pitchFamily="34" charset="0"/>
              </a:rPr>
              <a:t>euismod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mattis</a:t>
            </a:r>
            <a:r>
              <a:rPr lang="es-ES" sz="1050" dirty="0">
                <a:latin typeface="Century Gothic" panose="020B0502020202020204" pitchFamily="34" charset="0"/>
              </a:rPr>
              <a:t> vitae non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Aenean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viverra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 ut dolor commodo, et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est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porttitor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Fusce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placerat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posuere</a:t>
            </a:r>
            <a:r>
              <a:rPr lang="es-ES" sz="1050" dirty="0">
                <a:latin typeface="Century Gothic" panose="020B0502020202020204" pitchFamily="34" charset="0"/>
              </a:rPr>
              <a:t> justo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et. </a:t>
            </a:r>
            <a:r>
              <a:rPr lang="es-ES" sz="1050" dirty="0" err="1">
                <a:latin typeface="Century Gothic" panose="020B0502020202020204" pitchFamily="34" charset="0"/>
              </a:rPr>
              <a:t>Etiam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in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quis </a:t>
            </a:r>
            <a:r>
              <a:rPr lang="es-ES" sz="1050" dirty="0" err="1">
                <a:latin typeface="Century Gothic" panose="020B0502020202020204" pitchFamily="34" charset="0"/>
              </a:rPr>
              <a:t>nec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massa</a:t>
            </a:r>
            <a:r>
              <a:rPr lang="es-ES" sz="1050" dirty="0">
                <a:latin typeface="Century Gothic" panose="020B0502020202020204" pitchFamily="34" charset="0"/>
              </a:rPr>
              <a:t>.</a:t>
            </a:r>
          </a:p>
          <a:p>
            <a:pPr algn="just"/>
            <a:endParaRPr lang="es-ES" sz="1050" dirty="0">
              <a:latin typeface="Century Gothic" panose="020B0502020202020204" pitchFamily="34" charset="0"/>
            </a:endParaRPr>
          </a:p>
          <a:p>
            <a:pPr algn="just"/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at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augue</a:t>
            </a:r>
            <a:r>
              <a:rPr lang="es-ES" sz="1050" dirty="0">
                <a:latin typeface="Century Gothic" panose="020B0502020202020204" pitchFamily="34" charset="0"/>
              </a:rPr>
              <a:t>. Lorem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dolor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adipiscing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at justo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gravida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et libero. </a:t>
            </a:r>
            <a:r>
              <a:rPr lang="es-ES" sz="1050" dirty="0" err="1">
                <a:latin typeface="Century Gothic" panose="020B0502020202020204" pitchFamily="34" charset="0"/>
              </a:rPr>
              <a:t>Suspendisse</a:t>
            </a:r>
            <a:r>
              <a:rPr lang="es-ES" sz="1050" dirty="0">
                <a:latin typeface="Century Gothic" panose="020B0502020202020204" pitchFamily="34" charset="0"/>
              </a:rPr>
              <a:t> ut eros tortor. </a:t>
            </a:r>
            <a:r>
              <a:rPr lang="es-ES" sz="1050" dirty="0" err="1">
                <a:latin typeface="Century Gothic" panose="020B0502020202020204" pitchFamily="34" charset="0"/>
              </a:rPr>
              <a:t>Proin</a:t>
            </a:r>
            <a:r>
              <a:rPr lang="es-ES" sz="1050" dirty="0">
                <a:latin typeface="Century Gothic" panose="020B0502020202020204" pitchFamily="34" charset="0"/>
              </a:rPr>
              <a:t> at odio </a:t>
            </a:r>
            <a:r>
              <a:rPr lang="es-ES" sz="1050" dirty="0" err="1">
                <a:latin typeface="Century Gothic" panose="020B0502020202020204" pitchFamily="34" charset="0"/>
              </a:rPr>
              <a:t>nisl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Pellentesque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feugiat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lorem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volutpat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ac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 tortor, </a:t>
            </a:r>
            <a:r>
              <a:rPr lang="es-ES" sz="1050" dirty="0" err="1">
                <a:latin typeface="Century Gothic" panose="020B0502020202020204" pitchFamily="34" charset="0"/>
              </a:rPr>
              <a:t>suscipit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odio.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lacus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. In tortor mauris,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imperdiet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consequat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arcu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fermentum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latin typeface="Century Gothic" panose="020B0502020202020204" pitchFamily="34" charset="0"/>
              </a:rPr>
              <a:t> justo, </a:t>
            </a:r>
            <a:r>
              <a:rPr lang="es-ES" sz="1050" dirty="0" err="1">
                <a:latin typeface="Century Gothic" panose="020B0502020202020204" pitchFamily="34" charset="0"/>
              </a:rPr>
              <a:t>volutpat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lectus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sagittis</a:t>
            </a:r>
            <a:r>
              <a:rPr lang="es-ES" sz="1050" dirty="0">
                <a:latin typeface="Century Gothic" panose="020B0502020202020204" pitchFamily="34" charset="0"/>
              </a:rPr>
              <a:t> ac. </a:t>
            </a:r>
            <a:r>
              <a:rPr lang="es-ES" sz="1050" dirty="0" err="1">
                <a:latin typeface="Century Gothic" panose="020B0502020202020204" pitchFamily="34" charset="0"/>
              </a:rPr>
              <a:t>Fusce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posuere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hendrerit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sagittis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 mauris lacinia </a:t>
            </a:r>
            <a:r>
              <a:rPr lang="es-ES" sz="1050" dirty="0" err="1">
                <a:latin typeface="Century Gothic" panose="020B0502020202020204" pitchFamily="34" charset="0"/>
              </a:rPr>
              <a:t>sapien</a:t>
            </a:r>
            <a:r>
              <a:rPr lang="es-ES" sz="1050" dirty="0">
                <a:latin typeface="Century Gothic" panose="020B0502020202020204" pitchFamily="34" charset="0"/>
              </a:rPr>
              <a:t>, ac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velit</a:t>
            </a:r>
            <a:r>
              <a:rPr lang="es-ES" sz="1050" dirty="0">
                <a:latin typeface="Century Gothic" panose="020B0502020202020204" pitchFamily="34" charset="0"/>
              </a:rPr>
              <a:t> odio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 ante. </a:t>
            </a:r>
            <a:r>
              <a:rPr lang="es-ES" sz="1050" dirty="0" err="1">
                <a:latin typeface="Century Gothic" panose="020B0502020202020204" pitchFamily="34" charset="0"/>
              </a:rPr>
              <a:t>Duis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nisi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gravida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nisl</a:t>
            </a:r>
            <a:r>
              <a:rPr lang="es-ES" sz="1050" dirty="0">
                <a:latin typeface="Century Gothic" panose="020B0502020202020204" pitchFamily="34" charset="0"/>
              </a:rPr>
              <a:t> at, </a:t>
            </a:r>
            <a:r>
              <a:rPr lang="es-ES" sz="1050" dirty="0" err="1">
                <a:latin typeface="Century Gothic" panose="020B0502020202020204" pitchFamily="34" charset="0"/>
              </a:rPr>
              <a:t>venenatis</a:t>
            </a:r>
            <a:r>
              <a:rPr lang="es-ES" sz="1050" dirty="0">
                <a:latin typeface="Century Gothic" panose="020B0502020202020204" pitchFamily="34" charset="0"/>
              </a:rPr>
              <a:t> nunc.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a nunc leo.</a:t>
            </a:r>
          </a:p>
          <a:p>
            <a:pPr algn="just"/>
            <a:endParaRPr lang="es-ES" sz="1050" dirty="0">
              <a:latin typeface="Century Gothic" panose="020B0502020202020204" pitchFamily="34" charset="0"/>
            </a:endParaRPr>
          </a:p>
          <a:p>
            <a:pPr algn="just"/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turpis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fringilla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odio ac,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porttitor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arcu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Pellentesque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habitant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morbi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senectus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netus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fames</a:t>
            </a:r>
            <a:r>
              <a:rPr lang="es-ES" sz="1050" dirty="0">
                <a:latin typeface="Century Gothic" panose="020B0502020202020204" pitchFamily="34" charset="0"/>
              </a:rPr>
              <a:t> ac </a:t>
            </a:r>
            <a:r>
              <a:rPr lang="es-ES" sz="1050" dirty="0" err="1">
                <a:latin typeface="Century Gothic" panose="020B0502020202020204" pitchFamily="34" charset="0"/>
              </a:rPr>
              <a:t>turpis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egestas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Proin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 non commodo </a:t>
            </a:r>
            <a:r>
              <a:rPr lang="es-ES" sz="1050" dirty="0" err="1">
                <a:latin typeface="Century Gothic" panose="020B0502020202020204" pitchFamily="34" charset="0"/>
              </a:rPr>
              <a:t>luctus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Nullam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semper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aliquam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metus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accumsan</a:t>
            </a:r>
            <a:r>
              <a:rPr lang="es-ES" sz="1050" dirty="0">
                <a:latin typeface="Century Gothic" panose="020B0502020202020204" pitchFamily="34" charset="0"/>
              </a:rPr>
              <a:t> magna. Ut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sollicitudin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Morbi</a:t>
            </a:r>
            <a:r>
              <a:rPr lang="es-ES" sz="1050" dirty="0">
                <a:latin typeface="Century Gothic" panose="020B0502020202020204" pitchFamily="34" charset="0"/>
              </a:rPr>
              <a:t> dolor justo,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a, </a:t>
            </a:r>
            <a:r>
              <a:rPr lang="es-ES" sz="1050" dirty="0" err="1"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latin typeface="Century Gothic" panose="020B0502020202020204" pitchFamily="34" charset="0"/>
              </a:rPr>
              <a:t> at tortor. Mauris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pellentesque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. In dolor </a:t>
            </a:r>
            <a:r>
              <a:rPr lang="es-ES" sz="1050" dirty="0" err="1">
                <a:latin typeface="Century Gothic" panose="020B0502020202020204" pitchFamily="34" charset="0"/>
              </a:rPr>
              <a:t>purus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gravida</a:t>
            </a:r>
            <a:r>
              <a:rPr lang="es-ES" sz="1050" dirty="0">
                <a:latin typeface="Century Gothic" panose="020B0502020202020204" pitchFamily="34" charset="0"/>
              </a:rPr>
              <a:t> quis </a:t>
            </a:r>
            <a:r>
              <a:rPr lang="es-ES" sz="1050" dirty="0" err="1">
                <a:latin typeface="Century Gothic" panose="020B0502020202020204" pitchFamily="34" charset="0"/>
              </a:rPr>
              <a:t>fringilla</a:t>
            </a:r>
            <a:r>
              <a:rPr lang="es-ES" sz="1050" dirty="0">
                <a:latin typeface="Century Gothic" panose="020B0502020202020204" pitchFamily="34" charset="0"/>
              </a:rPr>
              <a:t> ut, </a:t>
            </a:r>
            <a:r>
              <a:rPr lang="es-ES" sz="1050" dirty="0" err="1"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facilisis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ligula</a:t>
            </a:r>
            <a:r>
              <a:rPr lang="es-ES" sz="1050" dirty="0">
                <a:latin typeface="Century Gothic" panose="020B0502020202020204" pitchFamily="34" charset="0"/>
              </a:rPr>
              <a:t>. In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lectus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ligula</a:t>
            </a:r>
            <a:r>
              <a:rPr lang="es-ES" sz="1050" dirty="0">
                <a:latin typeface="Century Gothic" panose="020B0502020202020204" pitchFamily="34" charset="0"/>
              </a:rPr>
              <a:t> auctor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.</a:t>
            </a:r>
          </a:p>
          <a:p>
            <a:pPr algn="just"/>
            <a:endParaRPr lang="es-ES" sz="1050" dirty="0">
              <a:latin typeface="Century Gothic" panose="020B0502020202020204" pitchFamily="34" charset="0"/>
            </a:endParaRPr>
          </a:p>
          <a:p>
            <a:pPr algn="just"/>
            <a:r>
              <a:rPr lang="es-ES" sz="1050" dirty="0" err="1">
                <a:latin typeface="Century Gothic" panose="020B0502020202020204" pitchFamily="34" charset="0"/>
              </a:rPr>
              <a:t>Suspendisse</a:t>
            </a:r>
            <a:r>
              <a:rPr lang="es-ES" sz="1050" dirty="0">
                <a:latin typeface="Century Gothic" panose="020B0502020202020204" pitchFamily="34" charset="0"/>
              </a:rPr>
              <a:t> ac </a:t>
            </a:r>
            <a:r>
              <a:rPr lang="es-ES" sz="1050" dirty="0" err="1">
                <a:latin typeface="Century Gothic" panose="020B0502020202020204" pitchFamily="34" charset="0"/>
              </a:rPr>
              <a:t>velit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odio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ultricies</a:t>
            </a:r>
            <a:r>
              <a:rPr lang="es-ES" sz="1050" dirty="0">
                <a:latin typeface="Century Gothic" panose="020B0502020202020204" pitchFamily="34" charset="0"/>
              </a:rPr>
              <a:t> non </a:t>
            </a:r>
            <a:r>
              <a:rPr lang="es-ES" sz="1050" dirty="0" err="1">
                <a:latin typeface="Century Gothic" panose="020B0502020202020204" pitchFamily="34" charset="0"/>
              </a:rPr>
              <a:t>nec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metus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Nam</a:t>
            </a:r>
            <a:r>
              <a:rPr lang="es-ES" sz="1050" dirty="0">
                <a:latin typeface="Century Gothic" panose="020B0502020202020204" pitchFamily="34" charset="0"/>
              </a:rPr>
              <a:t> vitae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tellus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Aenean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elementum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eleifend</a:t>
            </a:r>
            <a:r>
              <a:rPr lang="es-ES" sz="1050" dirty="0">
                <a:latin typeface="Century Gothic" panose="020B0502020202020204" pitchFamily="34" charset="0"/>
              </a:rPr>
              <a:t> justo, </a:t>
            </a:r>
            <a:r>
              <a:rPr lang="es-ES" sz="1050" dirty="0" err="1">
                <a:latin typeface="Century Gothic" panose="020B0502020202020204" pitchFamily="34" charset="0"/>
              </a:rPr>
              <a:t>varius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mattis</a:t>
            </a:r>
            <a:r>
              <a:rPr lang="es-ES" sz="1050" dirty="0">
                <a:latin typeface="Century Gothic" panose="020B0502020202020204" pitchFamily="34" charset="0"/>
              </a:rPr>
              <a:t> neque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tortor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tellus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egestas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congue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nec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varius</a:t>
            </a:r>
            <a:r>
              <a:rPr lang="es-ES" sz="1050" dirty="0">
                <a:latin typeface="Century Gothic" panose="020B0502020202020204" pitchFamily="34" charset="0"/>
              </a:rPr>
              <a:t> ex.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mi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dictum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facilisis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accumsan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posuere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. Nunc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volutpat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. Mauris </a:t>
            </a:r>
            <a:r>
              <a:rPr lang="es-ES" sz="1050" dirty="0" err="1">
                <a:latin typeface="Century Gothic" panose="020B0502020202020204" pitchFamily="34" charset="0"/>
              </a:rPr>
              <a:t>semper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massa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justo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purus</a:t>
            </a:r>
            <a:r>
              <a:rPr lang="es-ES" sz="1050" dirty="0">
                <a:latin typeface="Century Gothic" panose="020B0502020202020204" pitchFamily="34" charset="0"/>
              </a:rPr>
              <a:t>, vitae </a:t>
            </a:r>
            <a:r>
              <a:rPr lang="es-ES" sz="1050" dirty="0" err="1">
                <a:latin typeface="Century Gothic" panose="020B0502020202020204" pitchFamily="34" charset="0"/>
              </a:rPr>
              <a:t>luctus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velit</a:t>
            </a:r>
            <a:r>
              <a:rPr lang="es-ES" sz="1050" dirty="0">
                <a:latin typeface="Century Gothic" panose="020B0502020202020204" pitchFamily="34" charset="0"/>
              </a:rPr>
              <a:t>. Ut </a:t>
            </a:r>
            <a:r>
              <a:rPr lang="es-ES" sz="1050" dirty="0" err="1">
                <a:latin typeface="Century Gothic" panose="020B0502020202020204" pitchFamily="34" charset="0"/>
              </a:rPr>
              <a:t>ut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faucibus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Aenean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scelerisque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lectus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arcu</a:t>
            </a:r>
            <a:r>
              <a:rPr lang="es-ES" sz="1050" dirty="0">
                <a:latin typeface="Century Gothic" panose="020B0502020202020204" pitchFamily="34" charset="0"/>
              </a:rPr>
              <a:t> auctor </a:t>
            </a:r>
            <a:r>
              <a:rPr lang="es-ES" sz="1050" dirty="0" err="1">
                <a:latin typeface="Century Gothic" panose="020B0502020202020204" pitchFamily="34" charset="0"/>
              </a:rPr>
              <a:t>blandit</a:t>
            </a:r>
            <a:r>
              <a:rPr lang="es-ES" sz="1050" dirty="0">
                <a:latin typeface="Century Gothic" panose="020B0502020202020204" pitchFamily="34" charset="0"/>
              </a:rPr>
              <a:t>. Nunc id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feugiat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bibendum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at, </a:t>
            </a:r>
            <a:r>
              <a:rPr lang="es-ES" sz="1050" dirty="0" err="1">
                <a:latin typeface="Century Gothic" panose="020B0502020202020204" pitchFamily="34" charset="0"/>
              </a:rPr>
              <a:t>bibendum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Suspendisse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felis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gravida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viverra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Proin</a:t>
            </a:r>
            <a:r>
              <a:rPr lang="es-ES" sz="1050" dirty="0">
                <a:latin typeface="Century Gothic" panose="020B0502020202020204" pitchFamily="34" charset="0"/>
              </a:rPr>
              <a:t> porta neque in </a:t>
            </a:r>
            <a:r>
              <a:rPr lang="es-ES" sz="1050" dirty="0" err="1">
                <a:latin typeface="Century Gothic" panose="020B0502020202020204" pitchFamily="34" charset="0"/>
              </a:rPr>
              <a:t>venenatis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lobortis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Aenean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latin typeface="Century Gothic" panose="020B0502020202020204" pitchFamily="34" charset="0"/>
              </a:rPr>
              <a:t> eros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tellus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rutrum</a:t>
            </a:r>
            <a:r>
              <a:rPr lang="es-ES" sz="1050" dirty="0">
                <a:latin typeface="Century Gothic" panose="020B0502020202020204" pitchFamily="34" charset="0"/>
              </a:rPr>
              <a:t>, id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 odio </a:t>
            </a:r>
            <a:r>
              <a:rPr lang="es-ES" sz="1050" dirty="0" err="1"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latin typeface="Century Gothic" panose="020B0502020202020204" pitchFamily="34" charset="0"/>
              </a:rPr>
              <a:t>.</a:t>
            </a:r>
          </a:p>
        </p:txBody>
      </p:sp>
      <p:sp>
        <p:nvSpPr>
          <p:cNvPr id="7" name="CuadroTexto 6" descr="{&quot;id&quot;:&quot;4&quot;,&quot;type&quot;:&quot;text&quot;,&quot;editable&quot;:&quot;False&quot;, &quot;format&quot;:&quot;&lt;titulo_del_capítulo&gt;&quot;}">
            <a:extLst>
              <a:ext uri="{FF2B5EF4-FFF2-40B4-BE49-F238E27FC236}">
                <a16:creationId xmlns:a16="http://schemas.microsoft.com/office/drawing/2014/main" id="{7384B9B8-EE47-2739-F476-40CCFFC36B74}"/>
              </a:ext>
            </a:extLst>
          </p:cNvPr>
          <p:cNvSpPr txBox="1"/>
          <p:nvPr/>
        </p:nvSpPr>
        <p:spPr>
          <a:xfrm>
            <a:off x="483454" y="1029485"/>
            <a:ext cx="4317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Título del Capítulo</a:t>
            </a:r>
            <a:endParaRPr lang="es-ES" sz="1600" dirty="0"/>
          </a:p>
        </p:txBody>
      </p:sp>
      <p:sp>
        <p:nvSpPr>
          <p:cNvPr id="25" name="Título 1" descr="{&quot;id&quot;:&quot;7&quot;,&quot;type&quot;:&quot;text&quot;,&quot;editable&quot;:&quot;False&quot;, &quot;format&quot;:&quot;Pagina &lt;numero_pagina&gt;&quot;}">
            <a:extLst>
              <a:ext uri="{FF2B5EF4-FFF2-40B4-BE49-F238E27FC236}">
                <a16:creationId xmlns:a16="http://schemas.microsoft.com/office/drawing/2014/main" id="{E053741B-3FA9-69CC-CEAA-ED33DC179062}"/>
              </a:ext>
            </a:extLst>
          </p:cNvPr>
          <p:cNvSpPr txBox="1">
            <a:spLocks/>
          </p:cNvSpPr>
          <p:nvPr/>
        </p:nvSpPr>
        <p:spPr>
          <a:xfrm>
            <a:off x="5272268" y="9564546"/>
            <a:ext cx="1585732" cy="3414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0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Página X</a:t>
            </a:r>
          </a:p>
        </p:txBody>
      </p:sp>
    </p:spTree>
    <p:extLst>
      <p:ext uri="{BB962C8B-B14F-4D97-AF65-F5344CB8AC3E}">
        <p14:creationId xmlns:p14="http://schemas.microsoft.com/office/powerpoint/2010/main" val="336535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D7E50-7D38-88A6-04BD-04BD87FF6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descr="{&quot;id&quot;:&quot;3&quot;,&quot;type&quot;:&quot;text&quot;,&quot;editable&quot;:&quot;False&quot;, &quot;format&quot;:&quot;&lt;titulo_unidad_formativa&gt;&quot;}">
            <a:extLst>
              <a:ext uri="{FF2B5EF4-FFF2-40B4-BE49-F238E27FC236}">
                <a16:creationId xmlns:a16="http://schemas.microsoft.com/office/drawing/2014/main" id="{8345E962-86D5-D7CD-5C35-F65BFF1567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045" y="474561"/>
            <a:ext cx="6562845" cy="659757"/>
          </a:xfrm>
        </p:spPr>
        <p:txBody>
          <a:bodyPr anchor="t">
            <a:normAutofit/>
          </a:bodyPr>
          <a:lstStyle/>
          <a:p>
            <a:r>
              <a:rPr lang="es-ES" sz="28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Titulo de la Unidad Formativa</a:t>
            </a:r>
          </a:p>
        </p:txBody>
      </p:sp>
      <p:sp>
        <p:nvSpPr>
          <p:cNvPr id="4" name="Título 1" descr="{&quot;id&quot;:&quot;1&quot;,&quot;type&quot;:&quot;text&quot;,&quot;editable&quot;:&quot;False&quot;, &quot;format&quot;:&quot;&lt;asignatura&gt;&quot;}">
            <a:extLst>
              <a:ext uri="{FF2B5EF4-FFF2-40B4-BE49-F238E27FC236}">
                <a16:creationId xmlns:a16="http://schemas.microsoft.com/office/drawing/2014/main" id="{CC6264E3-5FC5-6D1C-29AD-6E35E504BD48}"/>
              </a:ext>
            </a:extLst>
          </p:cNvPr>
          <p:cNvSpPr txBox="1">
            <a:spLocks/>
          </p:cNvSpPr>
          <p:nvPr/>
        </p:nvSpPr>
        <p:spPr>
          <a:xfrm>
            <a:off x="64384" y="179407"/>
            <a:ext cx="1585732" cy="3414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0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Nombre Asignatura</a:t>
            </a:r>
          </a:p>
        </p:txBody>
      </p:sp>
      <p:sp>
        <p:nvSpPr>
          <p:cNvPr id="5" name="Título 1" descr="{&quot;id&quot;:&quot;2&quot;,&quot;type&quot;:&quot;text&quot;,&quot;editable&quot;:&quot;False&quot;, &quot;format&quot;:&quot;&lt;curso&gt;&quot;}">
            <a:extLst>
              <a:ext uri="{FF2B5EF4-FFF2-40B4-BE49-F238E27FC236}">
                <a16:creationId xmlns:a16="http://schemas.microsoft.com/office/drawing/2014/main" id="{428CA4CA-9952-8F43-AD5E-5A299572A067}"/>
              </a:ext>
            </a:extLst>
          </p:cNvPr>
          <p:cNvSpPr txBox="1">
            <a:spLocks/>
          </p:cNvSpPr>
          <p:nvPr/>
        </p:nvSpPr>
        <p:spPr>
          <a:xfrm>
            <a:off x="2650601" y="179407"/>
            <a:ext cx="1585732" cy="3414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0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Curso Académico</a:t>
            </a:r>
          </a:p>
        </p:txBody>
      </p:sp>
      <p:pic>
        <p:nvPicPr>
          <p:cNvPr id="1028" name="Picture 4" descr="Ferrer Logo &amp; Brand Assets (SVG, PNG and vector) - Brandfetch">
            <a:extLst>
              <a:ext uri="{FF2B5EF4-FFF2-40B4-BE49-F238E27FC236}">
                <a16:creationId xmlns:a16="http://schemas.microsoft.com/office/drawing/2014/main" id="{74D32DD1-30C2-515B-A58E-D9E08B909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7711" y="144742"/>
            <a:ext cx="318244" cy="318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7" descr="{&quot;id&quot;:&quot;5&quot;,&quot;type&quot;:&quot;text&quot;,&quot;editable&quot;:&quot;False&quot;, &quot;format&quot;:&quot;&lt;titulo_de_la_sección&gt;&quot;}">
            <a:extLst>
              <a:ext uri="{FF2B5EF4-FFF2-40B4-BE49-F238E27FC236}">
                <a16:creationId xmlns:a16="http://schemas.microsoft.com/office/drawing/2014/main" id="{32D6075B-07F5-081F-7F3F-2795C8F19F6A}"/>
              </a:ext>
            </a:extLst>
          </p:cNvPr>
          <p:cNvSpPr txBox="1"/>
          <p:nvPr/>
        </p:nvSpPr>
        <p:spPr>
          <a:xfrm>
            <a:off x="505227" y="1397599"/>
            <a:ext cx="43173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rgbClr val="7EB900"/>
                </a:solidFill>
                <a:latin typeface="Century Gothic" panose="020B0502020202020204" pitchFamily="34" charset="0"/>
              </a:rPr>
              <a:t>Título de la sección</a:t>
            </a:r>
            <a:endParaRPr lang="es-ES" sz="1200" dirty="0"/>
          </a:p>
        </p:txBody>
      </p:sp>
      <p:sp>
        <p:nvSpPr>
          <p:cNvPr id="10" name="CuadroTexto 9" descr="{&quot;id&quot;:&quot;6&quot;,&quot;type&quot;:&quot;text&quot;,&quot;editable&quot;:&quot;True&quot;, &quot;format&quot;:&quot;&lt;content&gt;&quot;}">
            <a:extLst>
              <a:ext uri="{FF2B5EF4-FFF2-40B4-BE49-F238E27FC236}">
                <a16:creationId xmlns:a16="http://schemas.microsoft.com/office/drawing/2014/main" id="{A0F817EE-4E96-8CE2-404E-CB995A3A2A4D}"/>
              </a:ext>
            </a:extLst>
          </p:cNvPr>
          <p:cNvSpPr txBox="1"/>
          <p:nvPr/>
        </p:nvSpPr>
        <p:spPr>
          <a:xfrm>
            <a:off x="508610" y="1723387"/>
            <a:ext cx="5801978" cy="5747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050" dirty="0">
                <a:latin typeface="Century Gothic" panose="020B0502020202020204" pitchFamily="34" charset="0"/>
              </a:rPr>
              <a:t>Lorem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dolor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adipiscing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Praesent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consequat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mollis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vitae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aliquet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purus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mollis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fringilla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latin typeface="Century Gothic" panose="020B0502020202020204" pitchFamily="34" charset="0"/>
              </a:rPr>
              <a:t>porttitor</a:t>
            </a:r>
            <a:r>
              <a:rPr lang="es-ES" sz="1050" dirty="0">
                <a:latin typeface="Century Gothic" panose="020B0502020202020204" pitchFamily="34" charset="0"/>
              </a:rPr>
              <a:t> commodo </a:t>
            </a:r>
            <a:r>
              <a:rPr lang="es-ES" sz="1050" dirty="0" err="1">
                <a:latin typeface="Century Gothic" panose="020B0502020202020204" pitchFamily="34" charset="0"/>
              </a:rPr>
              <a:t>est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 id.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ornare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massa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 at </a:t>
            </a:r>
            <a:r>
              <a:rPr lang="es-ES" sz="1050" dirty="0" err="1"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augue</a:t>
            </a:r>
            <a:r>
              <a:rPr lang="es-ES" sz="1050" dirty="0">
                <a:latin typeface="Century Gothic" panose="020B0502020202020204" pitchFamily="34" charset="0"/>
              </a:rPr>
              <a:t> ut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hendrerit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et odio. Cras </a:t>
            </a:r>
            <a:r>
              <a:rPr lang="es-ES" sz="1050" dirty="0" err="1">
                <a:latin typeface="Century Gothic" panose="020B0502020202020204" pitchFamily="34" charset="0"/>
              </a:rPr>
              <a:t>aliquam</a:t>
            </a:r>
            <a:r>
              <a:rPr lang="es-ES" sz="1050" dirty="0">
                <a:latin typeface="Century Gothic" panose="020B0502020202020204" pitchFamily="34" charset="0"/>
              </a:rPr>
              <a:t> eros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mattis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Praesent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risus</a:t>
            </a:r>
            <a:r>
              <a:rPr lang="es-ES" sz="1050" dirty="0">
                <a:latin typeface="Century Gothic" panose="020B0502020202020204" pitchFamily="34" charset="0"/>
              </a:rPr>
              <a:t> neque, ac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augue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aliquam</a:t>
            </a:r>
            <a:r>
              <a:rPr lang="es-ES" sz="1050" dirty="0">
                <a:latin typeface="Century Gothic" panose="020B0502020202020204" pitchFamily="34" charset="0"/>
              </a:rPr>
              <a:t> vitae. Mauris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lacus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imperdiet</a:t>
            </a:r>
            <a:r>
              <a:rPr lang="es-ES" sz="1050" dirty="0">
                <a:latin typeface="Century Gothic" panose="020B0502020202020204" pitchFamily="34" charset="0"/>
              </a:rPr>
              <a:t> ut, pulvinar et </a:t>
            </a:r>
            <a:r>
              <a:rPr lang="es-ES" sz="1050" dirty="0" err="1">
                <a:latin typeface="Century Gothic" panose="020B0502020202020204" pitchFamily="34" charset="0"/>
              </a:rPr>
              <a:t>risus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Interdum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fames</a:t>
            </a:r>
            <a:r>
              <a:rPr lang="es-ES" sz="1050" dirty="0">
                <a:latin typeface="Century Gothic" panose="020B0502020202020204" pitchFamily="34" charset="0"/>
              </a:rPr>
              <a:t> ac ante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primis</a:t>
            </a:r>
            <a:r>
              <a:rPr lang="es-ES" sz="1050" dirty="0">
                <a:latin typeface="Century Gothic" panose="020B0502020202020204" pitchFamily="34" charset="0"/>
              </a:rPr>
              <a:t> in </a:t>
            </a:r>
            <a:r>
              <a:rPr lang="es-ES" sz="1050" dirty="0" err="1">
                <a:latin typeface="Century Gothic" panose="020B0502020202020204" pitchFamily="34" charset="0"/>
              </a:rPr>
              <a:t>faucibus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felis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elementum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.</a:t>
            </a:r>
          </a:p>
          <a:p>
            <a:pPr algn="just"/>
            <a:endParaRPr lang="es-ES" sz="1050" dirty="0">
              <a:latin typeface="Century Gothic" panose="020B0502020202020204" pitchFamily="34" charset="0"/>
            </a:endParaRPr>
          </a:p>
          <a:p>
            <a:pPr algn="just"/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maximus</a:t>
            </a:r>
            <a:r>
              <a:rPr lang="es-ES" sz="1050" dirty="0">
                <a:latin typeface="Century Gothic" panose="020B0502020202020204" pitchFamily="34" charset="0"/>
              </a:rPr>
              <a:t> neque, id commodo </a:t>
            </a:r>
            <a:r>
              <a:rPr lang="es-ES" sz="1050" dirty="0" err="1">
                <a:latin typeface="Century Gothic" panose="020B0502020202020204" pitchFamily="34" charset="0"/>
              </a:rPr>
              <a:t>metus</a:t>
            </a:r>
            <a:r>
              <a:rPr lang="es-ES" sz="1050" dirty="0">
                <a:latin typeface="Century Gothic" panose="020B0502020202020204" pitchFamily="34" charset="0"/>
              </a:rPr>
              <a:t>. In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sed </a:t>
            </a:r>
            <a:r>
              <a:rPr lang="es-ES" sz="1050" dirty="0" err="1">
                <a:latin typeface="Century Gothic" panose="020B0502020202020204" pitchFamily="34" charset="0"/>
              </a:rPr>
              <a:t>interdum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latin typeface="Century Gothic" panose="020B0502020202020204" pitchFamily="34" charset="0"/>
              </a:rPr>
              <a:t> non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felis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latin typeface="Century Gothic" panose="020B0502020202020204" pitchFamily="34" charset="0"/>
              </a:rPr>
              <a:t> lacinia </a:t>
            </a:r>
            <a:r>
              <a:rPr lang="es-ES" sz="1050" dirty="0" err="1">
                <a:latin typeface="Century Gothic" panose="020B0502020202020204" pitchFamily="34" charset="0"/>
              </a:rPr>
              <a:t>metus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, ac commodo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non. </a:t>
            </a:r>
            <a:r>
              <a:rPr lang="es-ES" sz="1050" dirty="0" err="1">
                <a:latin typeface="Century Gothic" panose="020B0502020202020204" pitchFamily="34" charset="0"/>
              </a:rPr>
              <a:t>Curabitur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dictum</a:t>
            </a:r>
            <a:r>
              <a:rPr lang="es-ES" sz="1050" dirty="0">
                <a:latin typeface="Century Gothic" panose="020B0502020202020204" pitchFamily="34" charset="0"/>
              </a:rPr>
              <a:t> ornare ex </a:t>
            </a:r>
            <a:r>
              <a:rPr lang="es-ES" sz="1050" dirty="0" err="1">
                <a:latin typeface="Century Gothic" panose="020B0502020202020204" pitchFamily="34" charset="0"/>
              </a:rPr>
              <a:t>nec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nibh</a:t>
            </a:r>
            <a:r>
              <a:rPr lang="es-ES" sz="1050" dirty="0">
                <a:latin typeface="Century Gothic" panose="020B0502020202020204" pitchFamily="34" charset="0"/>
              </a:rPr>
              <a:t> ut </a:t>
            </a:r>
            <a:r>
              <a:rPr lang="es-ES" sz="1050" dirty="0" err="1">
                <a:latin typeface="Century Gothic" panose="020B0502020202020204" pitchFamily="34" charset="0"/>
              </a:rPr>
              <a:t>iaculis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ligula</a:t>
            </a:r>
            <a:r>
              <a:rPr lang="es-ES" sz="1050" dirty="0">
                <a:latin typeface="Century Gothic" panose="020B0502020202020204" pitchFamily="34" charset="0"/>
              </a:rPr>
              <a:t> eros </a:t>
            </a:r>
            <a:r>
              <a:rPr lang="es-ES" sz="1050" dirty="0" err="1">
                <a:latin typeface="Century Gothic" panose="020B0502020202020204" pitchFamily="34" charset="0"/>
              </a:rPr>
              <a:t>hendrerit</a:t>
            </a:r>
            <a:r>
              <a:rPr lang="es-ES" sz="1050" dirty="0">
                <a:latin typeface="Century Gothic" panose="020B0502020202020204" pitchFamily="34" charset="0"/>
              </a:rPr>
              <a:t> neque, quis lacinia </a:t>
            </a:r>
            <a:r>
              <a:rPr lang="es-ES" sz="1050" dirty="0" err="1">
                <a:latin typeface="Century Gothic" panose="020B0502020202020204" pitchFamily="34" charset="0"/>
              </a:rPr>
              <a:t>diam</a:t>
            </a:r>
            <a:r>
              <a:rPr lang="es-ES" sz="1050" dirty="0">
                <a:latin typeface="Century Gothic" panose="020B0502020202020204" pitchFamily="34" charset="0"/>
              </a:rPr>
              <a:t> mauris in </a:t>
            </a:r>
            <a:r>
              <a:rPr lang="es-ES" sz="1050" dirty="0" err="1">
                <a:latin typeface="Century Gothic" panose="020B0502020202020204" pitchFamily="34" charset="0"/>
              </a:rPr>
              <a:t>ligula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Pellentesque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risus</a:t>
            </a:r>
            <a:r>
              <a:rPr lang="es-ES" sz="1050" dirty="0">
                <a:latin typeface="Century Gothic" panose="020B0502020202020204" pitchFamily="34" charset="0"/>
              </a:rPr>
              <a:t> in magna </a:t>
            </a:r>
            <a:r>
              <a:rPr lang="es-ES" sz="1050" dirty="0" err="1">
                <a:latin typeface="Century Gothic" panose="020B0502020202020204" pitchFamily="34" charset="0"/>
              </a:rPr>
              <a:t>euismod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mattis</a:t>
            </a:r>
            <a:r>
              <a:rPr lang="es-ES" sz="1050" dirty="0">
                <a:latin typeface="Century Gothic" panose="020B0502020202020204" pitchFamily="34" charset="0"/>
              </a:rPr>
              <a:t> vitae non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Aenean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viverra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 ut dolor commodo, et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est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porttitor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Fusce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placerat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posuere</a:t>
            </a:r>
            <a:r>
              <a:rPr lang="es-ES" sz="1050" dirty="0">
                <a:latin typeface="Century Gothic" panose="020B0502020202020204" pitchFamily="34" charset="0"/>
              </a:rPr>
              <a:t> justo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et. </a:t>
            </a:r>
            <a:r>
              <a:rPr lang="es-ES" sz="1050" dirty="0" err="1">
                <a:latin typeface="Century Gothic" panose="020B0502020202020204" pitchFamily="34" charset="0"/>
              </a:rPr>
              <a:t>Etiam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in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quis </a:t>
            </a:r>
            <a:r>
              <a:rPr lang="es-ES" sz="1050" dirty="0" err="1">
                <a:latin typeface="Century Gothic" panose="020B0502020202020204" pitchFamily="34" charset="0"/>
              </a:rPr>
              <a:t>nec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massa</a:t>
            </a:r>
            <a:r>
              <a:rPr lang="es-ES" sz="1050" dirty="0">
                <a:latin typeface="Century Gothic" panose="020B0502020202020204" pitchFamily="34" charset="0"/>
              </a:rPr>
              <a:t>.</a:t>
            </a:r>
          </a:p>
          <a:p>
            <a:pPr algn="just"/>
            <a:endParaRPr lang="es-ES" sz="1050" dirty="0">
              <a:latin typeface="Century Gothic" panose="020B0502020202020204" pitchFamily="34" charset="0"/>
            </a:endParaRPr>
          </a:p>
          <a:p>
            <a:pPr algn="just"/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at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augue</a:t>
            </a:r>
            <a:r>
              <a:rPr lang="es-ES" sz="1050" dirty="0">
                <a:latin typeface="Century Gothic" panose="020B0502020202020204" pitchFamily="34" charset="0"/>
              </a:rPr>
              <a:t>. Lorem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dolor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adipiscing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at justo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gravida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et libero. </a:t>
            </a:r>
            <a:r>
              <a:rPr lang="es-ES" sz="1050" dirty="0" err="1">
                <a:latin typeface="Century Gothic" panose="020B0502020202020204" pitchFamily="34" charset="0"/>
              </a:rPr>
              <a:t>Suspendisse</a:t>
            </a:r>
            <a:r>
              <a:rPr lang="es-ES" sz="1050" dirty="0">
                <a:latin typeface="Century Gothic" panose="020B0502020202020204" pitchFamily="34" charset="0"/>
              </a:rPr>
              <a:t> ut eros tortor. </a:t>
            </a:r>
            <a:r>
              <a:rPr lang="es-ES" sz="1050" dirty="0" err="1">
                <a:latin typeface="Century Gothic" panose="020B0502020202020204" pitchFamily="34" charset="0"/>
              </a:rPr>
              <a:t>Proin</a:t>
            </a:r>
            <a:r>
              <a:rPr lang="es-ES" sz="1050" dirty="0">
                <a:latin typeface="Century Gothic" panose="020B0502020202020204" pitchFamily="34" charset="0"/>
              </a:rPr>
              <a:t> at odio </a:t>
            </a:r>
            <a:r>
              <a:rPr lang="es-ES" sz="1050" dirty="0" err="1">
                <a:latin typeface="Century Gothic" panose="020B0502020202020204" pitchFamily="34" charset="0"/>
              </a:rPr>
              <a:t>nisl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Pellentesque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feugiat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lorem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volutpat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ac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 tortor, </a:t>
            </a:r>
            <a:r>
              <a:rPr lang="es-ES" sz="1050" dirty="0" err="1">
                <a:latin typeface="Century Gothic" panose="020B0502020202020204" pitchFamily="34" charset="0"/>
              </a:rPr>
              <a:t>suscipit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odio.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lacus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. In tortor mauris,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imperdiet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consequat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arcu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fermentum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latin typeface="Century Gothic" panose="020B0502020202020204" pitchFamily="34" charset="0"/>
              </a:rPr>
              <a:t> justo, </a:t>
            </a:r>
            <a:r>
              <a:rPr lang="es-ES" sz="1050" dirty="0" err="1">
                <a:latin typeface="Century Gothic" panose="020B0502020202020204" pitchFamily="34" charset="0"/>
              </a:rPr>
              <a:t>volutpat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lectus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sagittis</a:t>
            </a:r>
            <a:r>
              <a:rPr lang="es-ES" sz="1050" dirty="0">
                <a:latin typeface="Century Gothic" panose="020B0502020202020204" pitchFamily="34" charset="0"/>
              </a:rPr>
              <a:t> ac. </a:t>
            </a:r>
            <a:r>
              <a:rPr lang="es-ES" sz="1050" dirty="0" err="1">
                <a:latin typeface="Century Gothic" panose="020B0502020202020204" pitchFamily="34" charset="0"/>
              </a:rPr>
              <a:t>Fusce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posuere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hendrerit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sagittis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 mauris lacinia </a:t>
            </a:r>
            <a:r>
              <a:rPr lang="es-ES" sz="1050" dirty="0" err="1">
                <a:latin typeface="Century Gothic" panose="020B0502020202020204" pitchFamily="34" charset="0"/>
              </a:rPr>
              <a:t>sapien</a:t>
            </a:r>
            <a:r>
              <a:rPr lang="es-ES" sz="1050" dirty="0">
                <a:latin typeface="Century Gothic" panose="020B0502020202020204" pitchFamily="34" charset="0"/>
              </a:rPr>
              <a:t>, ac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velit</a:t>
            </a:r>
            <a:r>
              <a:rPr lang="es-ES" sz="1050" dirty="0">
                <a:latin typeface="Century Gothic" panose="020B0502020202020204" pitchFamily="34" charset="0"/>
              </a:rPr>
              <a:t> odio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 ante. </a:t>
            </a:r>
            <a:r>
              <a:rPr lang="es-ES" sz="1050" dirty="0" err="1">
                <a:latin typeface="Century Gothic" panose="020B0502020202020204" pitchFamily="34" charset="0"/>
              </a:rPr>
              <a:t>Duis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nisi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gravida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nisl</a:t>
            </a:r>
            <a:r>
              <a:rPr lang="es-ES" sz="1050" dirty="0">
                <a:latin typeface="Century Gothic" panose="020B0502020202020204" pitchFamily="34" charset="0"/>
              </a:rPr>
              <a:t> at, </a:t>
            </a:r>
            <a:r>
              <a:rPr lang="es-ES" sz="1050" dirty="0" err="1">
                <a:latin typeface="Century Gothic" panose="020B0502020202020204" pitchFamily="34" charset="0"/>
              </a:rPr>
              <a:t>venenatis</a:t>
            </a:r>
            <a:r>
              <a:rPr lang="es-ES" sz="1050" dirty="0">
                <a:latin typeface="Century Gothic" panose="020B0502020202020204" pitchFamily="34" charset="0"/>
              </a:rPr>
              <a:t> nunc.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a nunc leo.</a:t>
            </a:r>
          </a:p>
          <a:p>
            <a:pPr algn="just"/>
            <a:endParaRPr lang="es-ES" sz="1050" dirty="0">
              <a:latin typeface="Century Gothic" panose="020B0502020202020204" pitchFamily="34" charset="0"/>
            </a:endParaRPr>
          </a:p>
          <a:p>
            <a:pPr algn="just"/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turpis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fringilla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odio ac,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porttitor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arcu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Pellentesque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habitant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morbi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senectus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netus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fames</a:t>
            </a:r>
            <a:r>
              <a:rPr lang="es-ES" sz="1050" dirty="0">
                <a:latin typeface="Century Gothic" panose="020B0502020202020204" pitchFamily="34" charset="0"/>
              </a:rPr>
              <a:t> ac </a:t>
            </a:r>
            <a:r>
              <a:rPr lang="es-ES" sz="1050" dirty="0" err="1">
                <a:latin typeface="Century Gothic" panose="020B0502020202020204" pitchFamily="34" charset="0"/>
              </a:rPr>
              <a:t>turpis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egestas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Proin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 non commodo </a:t>
            </a:r>
            <a:r>
              <a:rPr lang="es-ES" sz="1050" dirty="0" err="1">
                <a:latin typeface="Century Gothic" panose="020B0502020202020204" pitchFamily="34" charset="0"/>
              </a:rPr>
              <a:t>luctus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Nullam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semper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aliquam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metus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accumsan</a:t>
            </a:r>
            <a:r>
              <a:rPr lang="es-ES" sz="1050" dirty="0">
                <a:latin typeface="Century Gothic" panose="020B0502020202020204" pitchFamily="34" charset="0"/>
              </a:rPr>
              <a:t> magna. Ut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sollicitudin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Morbi</a:t>
            </a:r>
            <a:r>
              <a:rPr lang="es-ES" sz="1050" dirty="0">
                <a:latin typeface="Century Gothic" panose="020B0502020202020204" pitchFamily="34" charset="0"/>
              </a:rPr>
              <a:t> dolor justo,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a, </a:t>
            </a:r>
            <a:r>
              <a:rPr lang="es-ES" sz="1050" dirty="0" err="1"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latin typeface="Century Gothic" panose="020B0502020202020204" pitchFamily="34" charset="0"/>
              </a:rPr>
              <a:t> at tortor. Mauris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pellentesque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. In dolor </a:t>
            </a:r>
            <a:r>
              <a:rPr lang="es-ES" sz="1050" dirty="0" err="1">
                <a:latin typeface="Century Gothic" panose="020B0502020202020204" pitchFamily="34" charset="0"/>
              </a:rPr>
              <a:t>purus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gravida</a:t>
            </a:r>
            <a:r>
              <a:rPr lang="es-ES" sz="1050" dirty="0">
                <a:latin typeface="Century Gothic" panose="020B0502020202020204" pitchFamily="34" charset="0"/>
              </a:rPr>
              <a:t> quis </a:t>
            </a:r>
            <a:r>
              <a:rPr lang="es-ES" sz="1050" dirty="0" err="1">
                <a:latin typeface="Century Gothic" panose="020B0502020202020204" pitchFamily="34" charset="0"/>
              </a:rPr>
              <a:t>fringilla</a:t>
            </a:r>
            <a:r>
              <a:rPr lang="es-ES" sz="1050" dirty="0">
                <a:latin typeface="Century Gothic" panose="020B0502020202020204" pitchFamily="34" charset="0"/>
              </a:rPr>
              <a:t> ut, </a:t>
            </a:r>
            <a:r>
              <a:rPr lang="es-ES" sz="1050" dirty="0" err="1"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facilisis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ligula</a:t>
            </a:r>
            <a:r>
              <a:rPr lang="es-ES" sz="1050" dirty="0">
                <a:latin typeface="Century Gothic" panose="020B0502020202020204" pitchFamily="34" charset="0"/>
              </a:rPr>
              <a:t>. In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lectus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ligula</a:t>
            </a:r>
            <a:r>
              <a:rPr lang="es-ES" sz="1050" dirty="0">
                <a:latin typeface="Century Gothic" panose="020B0502020202020204" pitchFamily="34" charset="0"/>
              </a:rPr>
              <a:t> auctor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.</a:t>
            </a:r>
          </a:p>
        </p:txBody>
      </p:sp>
      <p:sp>
        <p:nvSpPr>
          <p:cNvPr id="7" name="CuadroTexto 6" descr="{&quot;id&quot;:&quot;4&quot;,&quot;type&quot;:&quot;text&quot;,&quot;editable&quot;:&quot;False&quot;, &quot;format&quot;:&quot;&lt;titulo_del_capítulo&gt;&quot;}">
            <a:extLst>
              <a:ext uri="{FF2B5EF4-FFF2-40B4-BE49-F238E27FC236}">
                <a16:creationId xmlns:a16="http://schemas.microsoft.com/office/drawing/2014/main" id="{B7038E53-96FE-C865-E44F-247B3EBC16AC}"/>
              </a:ext>
            </a:extLst>
          </p:cNvPr>
          <p:cNvSpPr txBox="1"/>
          <p:nvPr/>
        </p:nvSpPr>
        <p:spPr>
          <a:xfrm>
            <a:off x="483454" y="1029485"/>
            <a:ext cx="4317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Título del Capítulo</a:t>
            </a:r>
            <a:endParaRPr lang="es-ES" sz="1600" dirty="0"/>
          </a:p>
        </p:txBody>
      </p:sp>
      <p:sp>
        <p:nvSpPr>
          <p:cNvPr id="3" name="CuadroTexto 2" descr="{&quot;id&quot;:&quot;8&quot;,&quot;type&quot;:&quot;sample&quot;,&quot;editable&quot;:&quot;True&quot;, &quot;format&quot;:&quot;&lt;content&gt;&quot;}">
            <a:extLst>
              <a:ext uri="{FF2B5EF4-FFF2-40B4-BE49-F238E27FC236}">
                <a16:creationId xmlns:a16="http://schemas.microsoft.com/office/drawing/2014/main" id="{65D24980-B94C-CE70-60BA-35D3A7D06D83}"/>
              </a:ext>
            </a:extLst>
          </p:cNvPr>
          <p:cNvSpPr txBox="1"/>
          <p:nvPr/>
        </p:nvSpPr>
        <p:spPr>
          <a:xfrm>
            <a:off x="508610" y="7519903"/>
            <a:ext cx="5801978" cy="1546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Suspendisse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ac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velit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vel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odio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ultricies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non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nec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metus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Nam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vitae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tellus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Aenean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elementum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eleifend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justo,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varius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mattis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neque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eget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eget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tortor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eu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tellus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egestas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congue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nec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varius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ex.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mi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enim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dictum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facilisis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accumsan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posuere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nulla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Nunc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eu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volutpat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enim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Mauris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semper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massa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vel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justo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vel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purus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, vitae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luctus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velit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Ut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ut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faucibus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quam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Aenean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scelerisque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lectus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vel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arcu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auctor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blandit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Nunc id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enim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feugiat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bibendum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erat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at,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bibendum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enim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Suspendisse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felis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sit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amet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dui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gravida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viverra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Proin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porta neque in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venenatis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lobortis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Aenean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eros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sit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amet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tellus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rutrum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, id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odio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</a:t>
            </a:r>
          </a:p>
        </p:txBody>
      </p:sp>
      <p:sp>
        <p:nvSpPr>
          <p:cNvPr id="6" name="Título 1" descr="{&quot;id&quot;:&quot;7&quot;,&quot;type&quot;:&quot;text&quot;,&quot;editable&quot;:&quot;False&quot;, &quot;format&quot;:&quot;Pagina &lt;numero_pagina&gt;&quot;}">
            <a:extLst>
              <a:ext uri="{FF2B5EF4-FFF2-40B4-BE49-F238E27FC236}">
                <a16:creationId xmlns:a16="http://schemas.microsoft.com/office/drawing/2014/main" id="{821A92BE-E998-264A-E3E7-7F97615422EE}"/>
              </a:ext>
            </a:extLst>
          </p:cNvPr>
          <p:cNvSpPr txBox="1">
            <a:spLocks/>
          </p:cNvSpPr>
          <p:nvPr/>
        </p:nvSpPr>
        <p:spPr>
          <a:xfrm>
            <a:off x="5272268" y="9564546"/>
            <a:ext cx="1585732" cy="3414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0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Página X</a:t>
            </a:r>
          </a:p>
        </p:txBody>
      </p:sp>
    </p:spTree>
    <p:extLst>
      <p:ext uri="{BB962C8B-B14F-4D97-AF65-F5344CB8AC3E}">
        <p14:creationId xmlns:p14="http://schemas.microsoft.com/office/powerpoint/2010/main" val="107223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25455-2334-4210-3FDD-1873ADDE8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descr="{&quot;id&quot;:&quot;3&quot;,&quot;type&quot;:&quot;text&quot;,&quot;editable&quot;:&quot;False&quot;, &quot;format&quot;:&quot;Unidad &lt;numero_unidad_formativa&gt;: &lt;titulo_unidad_formativa&gt;&quot;}">
            <a:extLst>
              <a:ext uri="{FF2B5EF4-FFF2-40B4-BE49-F238E27FC236}">
                <a16:creationId xmlns:a16="http://schemas.microsoft.com/office/drawing/2014/main" id="{E156CA16-70B0-E06A-217B-594B03DABA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045" y="474561"/>
            <a:ext cx="6562845" cy="659757"/>
          </a:xfrm>
        </p:spPr>
        <p:txBody>
          <a:bodyPr anchor="t">
            <a:normAutofit/>
          </a:bodyPr>
          <a:lstStyle/>
          <a:p>
            <a:r>
              <a:rPr lang="es-ES" sz="28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Titulo de la Unidad Formativa</a:t>
            </a:r>
          </a:p>
        </p:txBody>
      </p:sp>
      <p:sp>
        <p:nvSpPr>
          <p:cNvPr id="4" name="Título 1" descr="{&quot;id&quot;:&quot;1&quot;,&quot;type&quot;:&quot;text&quot;,&quot;editable&quot;:&quot;False&quot;, &quot;format&quot;:&quot;&lt;asignatura&gt;&quot;}">
            <a:extLst>
              <a:ext uri="{FF2B5EF4-FFF2-40B4-BE49-F238E27FC236}">
                <a16:creationId xmlns:a16="http://schemas.microsoft.com/office/drawing/2014/main" id="{A7974FB2-5331-5E79-8013-92E7FB5BCEE8}"/>
              </a:ext>
            </a:extLst>
          </p:cNvPr>
          <p:cNvSpPr txBox="1">
            <a:spLocks/>
          </p:cNvSpPr>
          <p:nvPr/>
        </p:nvSpPr>
        <p:spPr>
          <a:xfrm>
            <a:off x="64384" y="179407"/>
            <a:ext cx="1585732" cy="3414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0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Nombre Asignatura</a:t>
            </a:r>
          </a:p>
        </p:txBody>
      </p:sp>
      <p:sp>
        <p:nvSpPr>
          <p:cNvPr id="5" name="Título 1" descr="{&quot;id&quot;:&quot;2&quot;,&quot;type&quot;:&quot;text&quot;,&quot;editable&quot;:&quot;False&quot;, &quot;format&quot;:&quot;&lt;curso&gt;&quot;}">
            <a:extLst>
              <a:ext uri="{FF2B5EF4-FFF2-40B4-BE49-F238E27FC236}">
                <a16:creationId xmlns:a16="http://schemas.microsoft.com/office/drawing/2014/main" id="{91596A26-C19D-28B1-A1D3-6D4219BDC216}"/>
              </a:ext>
            </a:extLst>
          </p:cNvPr>
          <p:cNvSpPr txBox="1">
            <a:spLocks/>
          </p:cNvSpPr>
          <p:nvPr/>
        </p:nvSpPr>
        <p:spPr>
          <a:xfrm>
            <a:off x="2650601" y="179407"/>
            <a:ext cx="1585732" cy="3414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0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Curso Académico</a:t>
            </a:r>
          </a:p>
        </p:txBody>
      </p:sp>
      <p:pic>
        <p:nvPicPr>
          <p:cNvPr id="1028" name="Picture 4" descr="Ferrer Logo &amp; Brand Assets (SVG, PNG and vector) - Brandfetch">
            <a:extLst>
              <a:ext uri="{FF2B5EF4-FFF2-40B4-BE49-F238E27FC236}">
                <a16:creationId xmlns:a16="http://schemas.microsoft.com/office/drawing/2014/main" id="{A2923DAC-CA0B-7193-FB46-2DEBD9FADC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7711" y="144742"/>
            <a:ext cx="318244" cy="318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7" descr="{&quot;id&quot;:&quot;5&quot;,&quot;type&quot;:&quot;text&quot;,&quot;editable&quot;:&quot;False&quot;, &quot;format&quot;:&quot;&lt;titulo_de_la_sección&gt;&quot;}">
            <a:extLst>
              <a:ext uri="{FF2B5EF4-FFF2-40B4-BE49-F238E27FC236}">
                <a16:creationId xmlns:a16="http://schemas.microsoft.com/office/drawing/2014/main" id="{2089C05F-3D87-6533-A9ED-68C37DB5DC54}"/>
              </a:ext>
            </a:extLst>
          </p:cNvPr>
          <p:cNvSpPr txBox="1"/>
          <p:nvPr/>
        </p:nvSpPr>
        <p:spPr>
          <a:xfrm>
            <a:off x="505227" y="1397599"/>
            <a:ext cx="43173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rgbClr val="7EB900"/>
                </a:solidFill>
                <a:latin typeface="Century Gothic" panose="020B0502020202020204" pitchFamily="34" charset="0"/>
              </a:rPr>
              <a:t>Título de la sección</a:t>
            </a:r>
            <a:endParaRPr lang="es-ES" sz="1200" dirty="0"/>
          </a:p>
        </p:txBody>
      </p:sp>
      <p:sp>
        <p:nvSpPr>
          <p:cNvPr id="10" name="CuadroTexto 9" descr="{&quot;id&quot;:&quot;6&quot;,&quot;type&quot;:&quot;text&quot;,&quot;editable&quot;:&quot;True&quot;, &quot;format&quot;:&quot;&lt;content&gt;&quot;}">
            <a:extLst>
              <a:ext uri="{FF2B5EF4-FFF2-40B4-BE49-F238E27FC236}">
                <a16:creationId xmlns:a16="http://schemas.microsoft.com/office/drawing/2014/main" id="{FCA4CB8D-C482-0F12-1022-6D3488B89125}"/>
              </a:ext>
            </a:extLst>
          </p:cNvPr>
          <p:cNvSpPr txBox="1"/>
          <p:nvPr/>
        </p:nvSpPr>
        <p:spPr>
          <a:xfrm>
            <a:off x="508610" y="1723387"/>
            <a:ext cx="5801978" cy="2839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050" dirty="0">
                <a:latin typeface="Century Gothic" panose="020B0502020202020204" pitchFamily="34" charset="0"/>
              </a:rPr>
              <a:t>Lorem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dolor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adipiscing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Praesent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consequat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mollis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vitae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aliquet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purus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mollis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fringilla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latin typeface="Century Gothic" panose="020B0502020202020204" pitchFamily="34" charset="0"/>
              </a:rPr>
              <a:t>porttitor</a:t>
            </a:r>
            <a:r>
              <a:rPr lang="es-ES" sz="1050" dirty="0">
                <a:latin typeface="Century Gothic" panose="020B0502020202020204" pitchFamily="34" charset="0"/>
              </a:rPr>
              <a:t> commodo </a:t>
            </a:r>
            <a:r>
              <a:rPr lang="es-ES" sz="1050" dirty="0" err="1">
                <a:latin typeface="Century Gothic" panose="020B0502020202020204" pitchFamily="34" charset="0"/>
              </a:rPr>
              <a:t>est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 id.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ornare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massa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 at </a:t>
            </a:r>
            <a:r>
              <a:rPr lang="es-ES" sz="1050" dirty="0" err="1"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augue</a:t>
            </a:r>
            <a:r>
              <a:rPr lang="es-ES" sz="1050" dirty="0">
                <a:latin typeface="Century Gothic" panose="020B0502020202020204" pitchFamily="34" charset="0"/>
              </a:rPr>
              <a:t> ut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hendrerit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et odio. Cras </a:t>
            </a:r>
            <a:r>
              <a:rPr lang="es-ES" sz="1050" dirty="0" err="1">
                <a:latin typeface="Century Gothic" panose="020B0502020202020204" pitchFamily="34" charset="0"/>
              </a:rPr>
              <a:t>aliquam</a:t>
            </a:r>
            <a:r>
              <a:rPr lang="es-ES" sz="1050" dirty="0">
                <a:latin typeface="Century Gothic" panose="020B0502020202020204" pitchFamily="34" charset="0"/>
              </a:rPr>
              <a:t> eros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mattis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Praesent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risus</a:t>
            </a:r>
            <a:r>
              <a:rPr lang="es-ES" sz="1050" dirty="0">
                <a:latin typeface="Century Gothic" panose="020B0502020202020204" pitchFamily="34" charset="0"/>
              </a:rPr>
              <a:t> neque, ac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augue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aliquam</a:t>
            </a:r>
            <a:r>
              <a:rPr lang="es-ES" sz="1050" dirty="0">
                <a:latin typeface="Century Gothic" panose="020B0502020202020204" pitchFamily="34" charset="0"/>
              </a:rPr>
              <a:t> vitae. Mauris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lacus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imperdiet</a:t>
            </a:r>
            <a:r>
              <a:rPr lang="es-ES" sz="1050" dirty="0">
                <a:latin typeface="Century Gothic" panose="020B0502020202020204" pitchFamily="34" charset="0"/>
              </a:rPr>
              <a:t> ut, pulvinar et </a:t>
            </a:r>
            <a:r>
              <a:rPr lang="es-ES" sz="1050" dirty="0" err="1">
                <a:latin typeface="Century Gothic" panose="020B0502020202020204" pitchFamily="34" charset="0"/>
              </a:rPr>
              <a:t>risus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Interdum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fames</a:t>
            </a:r>
            <a:r>
              <a:rPr lang="es-ES" sz="1050" dirty="0">
                <a:latin typeface="Century Gothic" panose="020B0502020202020204" pitchFamily="34" charset="0"/>
              </a:rPr>
              <a:t> ac ante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primis</a:t>
            </a:r>
            <a:r>
              <a:rPr lang="es-ES" sz="1050" dirty="0">
                <a:latin typeface="Century Gothic" panose="020B0502020202020204" pitchFamily="34" charset="0"/>
              </a:rPr>
              <a:t> in </a:t>
            </a:r>
            <a:r>
              <a:rPr lang="es-ES" sz="1050" dirty="0" err="1">
                <a:latin typeface="Century Gothic" panose="020B0502020202020204" pitchFamily="34" charset="0"/>
              </a:rPr>
              <a:t>faucibus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felis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elementum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.</a:t>
            </a:r>
          </a:p>
          <a:p>
            <a:pPr algn="just"/>
            <a:endParaRPr lang="es-ES" sz="1050" dirty="0">
              <a:latin typeface="Century Gothic" panose="020B0502020202020204" pitchFamily="34" charset="0"/>
            </a:endParaRPr>
          </a:p>
          <a:p>
            <a:pPr algn="just"/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maximus</a:t>
            </a:r>
            <a:r>
              <a:rPr lang="es-ES" sz="1050" dirty="0">
                <a:latin typeface="Century Gothic" panose="020B0502020202020204" pitchFamily="34" charset="0"/>
              </a:rPr>
              <a:t> neque, id commodo </a:t>
            </a:r>
            <a:r>
              <a:rPr lang="es-ES" sz="1050" dirty="0" err="1">
                <a:latin typeface="Century Gothic" panose="020B0502020202020204" pitchFamily="34" charset="0"/>
              </a:rPr>
              <a:t>metus</a:t>
            </a:r>
            <a:r>
              <a:rPr lang="es-ES" sz="1050" dirty="0">
                <a:latin typeface="Century Gothic" panose="020B0502020202020204" pitchFamily="34" charset="0"/>
              </a:rPr>
              <a:t>. In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sed </a:t>
            </a:r>
            <a:r>
              <a:rPr lang="es-ES" sz="1050" dirty="0" err="1">
                <a:latin typeface="Century Gothic" panose="020B0502020202020204" pitchFamily="34" charset="0"/>
              </a:rPr>
              <a:t>interdum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latin typeface="Century Gothic" panose="020B0502020202020204" pitchFamily="34" charset="0"/>
              </a:rPr>
              <a:t> non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felis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latin typeface="Century Gothic" panose="020B0502020202020204" pitchFamily="34" charset="0"/>
              </a:rPr>
              <a:t> lacinia </a:t>
            </a:r>
            <a:r>
              <a:rPr lang="es-ES" sz="1050" dirty="0" err="1">
                <a:latin typeface="Century Gothic" panose="020B0502020202020204" pitchFamily="34" charset="0"/>
              </a:rPr>
              <a:t>metus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, ac commodo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non. </a:t>
            </a:r>
            <a:r>
              <a:rPr lang="es-ES" sz="1050" dirty="0" err="1">
                <a:latin typeface="Century Gothic" panose="020B0502020202020204" pitchFamily="34" charset="0"/>
              </a:rPr>
              <a:t>Curabitur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dictum</a:t>
            </a:r>
            <a:r>
              <a:rPr lang="es-ES" sz="1050" dirty="0">
                <a:latin typeface="Century Gothic" panose="020B0502020202020204" pitchFamily="34" charset="0"/>
              </a:rPr>
              <a:t> ornare ex </a:t>
            </a:r>
            <a:r>
              <a:rPr lang="es-ES" sz="1050" dirty="0" err="1">
                <a:latin typeface="Century Gothic" panose="020B0502020202020204" pitchFamily="34" charset="0"/>
              </a:rPr>
              <a:t>nec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nibh</a:t>
            </a:r>
            <a:r>
              <a:rPr lang="es-ES" sz="1050" dirty="0">
                <a:latin typeface="Century Gothic" panose="020B0502020202020204" pitchFamily="34" charset="0"/>
              </a:rPr>
              <a:t> ut </a:t>
            </a:r>
            <a:r>
              <a:rPr lang="es-ES" sz="1050" dirty="0" err="1">
                <a:latin typeface="Century Gothic" panose="020B0502020202020204" pitchFamily="34" charset="0"/>
              </a:rPr>
              <a:t>iaculis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ligula</a:t>
            </a:r>
            <a:r>
              <a:rPr lang="es-ES" sz="1050" dirty="0">
                <a:latin typeface="Century Gothic" panose="020B0502020202020204" pitchFamily="34" charset="0"/>
              </a:rPr>
              <a:t> eros </a:t>
            </a:r>
            <a:r>
              <a:rPr lang="es-ES" sz="1050" dirty="0" err="1">
                <a:latin typeface="Century Gothic" panose="020B0502020202020204" pitchFamily="34" charset="0"/>
              </a:rPr>
              <a:t>hendrerit</a:t>
            </a:r>
            <a:r>
              <a:rPr lang="es-ES" sz="1050" dirty="0">
                <a:latin typeface="Century Gothic" panose="020B0502020202020204" pitchFamily="34" charset="0"/>
              </a:rPr>
              <a:t> neque, quis lacinia </a:t>
            </a:r>
            <a:r>
              <a:rPr lang="es-ES" sz="1050" dirty="0" err="1">
                <a:latin typeface="Century Gothic" panose="020B0502020202020204" pitchFamily="34" charset="0"/>
              </a:rPr>
              <a:t>diam</a:t>
            </a:r>
            <a:r>
              <a:rPr lang="es-ES" sz="1050" dirty="0">
                <a:latin typeface="Century Gothic" panose="020B0502020202020204" pitchFamily="34" charset="0"/>
              </a:rPr>
              <a:t> mauris in </a:t>
            </a:r>
            <a:r>
              <a:rPr lang="es-ES" sz="1050" dirty="0" err="1">
                <a:latin typeface="Century Gothic" panose="020B0502020202020204" pitchFamily="34" charset="0"/>
              </a:rPr>
              <a:t>ligula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Pellentesque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risus</a:t>
            </a:r>
            <a:r>
              <a:rPr lang="es-ES" sz="1050" dirty="0">
                <a:latin typeface="Century Gothic" panose="020B0502020202020204" pitchFamily="34" charset="0"/>
              </a:rPr>
              <a:t> in magna </a:t>
            </a:r>
            <a:r>
              <a:rPr lang="es-ES" sz="1050" dirty="0" err="1">
                <a:latin typeface="Century Gothic" panose="020B0502020202020204" pitchFamily="34" charset="0"/>
              </a:rPr>
              <a:t>euismod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mattis</a:t>
            </a:r>
            <a:r>
              <a:rPr lang="es-ES" sz="1050" dirty="0">
                <a:latin typeface="Century Gothic" panose="020B0502020202020204" pitchFamily="34" charset="0"/>
              </a:rPr>
              <a:t> vitae non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Aenean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viverra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 ut dolor commodo, et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est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porttitor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Fusce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placerat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posuere</a:t>
            </a:r>
            <a:r>
              <a:rPr lang="es-ES" sz="1050" dirty="0">
                <a:latin typeface="Century Gothic" panose="020B0502020202020204" pitchFamily="34" charset="0"/>
              </a:rPr>
              <a:t> justo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et. </a:t>
            </a:r>
            <a:r>
              <a:rPr lang="es-ES" sz="1050" dirty="0" err="1">
                <a:latin typeface="Century Gothic" panose="020B0502020202020204" pitchFamily="34" charset="0"/>
              </a:rPr>
              <a:t>Etiam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in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quis </a:t>
            </a:r>
            <a:r>
              <a:rPr lang="es-ES" sz="1050" dirty="0" err="1">
                <a:latin typeface="Century Gothic" panose="020B0502020202020204" pitchFamily="34" charset="0"/>
              </a:rPr>
              <a:t>nec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massa</a:t>
            </a:r>
            <a:r>
              <a:rPr lang="es-ES" sz="1050" dirty="0">
                <a:latin typeface="Century Gothic" panose="020B0502020202020204" pitchFamily="34" charset="0"/>
              </a:rPr>
              <a:t>.</a:t>
            </a:r>
          </a:p>
        </p:txBody>
      </p:sp>
      <p:sp>
        <p:nvSpPr>
          <p:cNvPr id="7" name="CuadroTexto 6" descr="{&quot;id&quot;:&quot;4&quot;,&quot;type&quot;:&quot;text&quot;,&quot;editable&quot;:&quot;False&quot;, &quot;format&quot;:&quot;&lt;titulo_del_capítulo&gt;&quot;}">
            <a:extLst>
              <a:ext uri="{FF2B5EF4-FFF2-40B4-BE49-F238E27FC236}">
                <a16:creationId xmlns:a16="http://schemas.microsoft.com/office/drawing/2014/main" id="{EA98EB12-D546-C88E-5979-2BE66F676A7B}"/>
              </a:ext>
            </a:extLst>
          </p:cNvPr>
          <p:cNvSpPr txBox="1"/>
          <p:nvPr/>
        </p:nvSpPr>
        <p:spPr>
          <a:xfrm>
            <a:off x="483454" y="1029485"/>
            <a:ext cx="4317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Título del Capítulo</a:t>
            </a:r>
            <a:endParaRPr lang="es-ES" sz="1600" dirty="0"/>
          </a:p>
        </p:txBody>
      </p:sp>
      <p:sp>
        <p:nvSpPr>
          <p:cNvPr id="3" name="CuadroTexto 2" descr="{&quot;id&quot;:&quot;8&quot;,&quot;type&quot;:&quot;sample&quot;,&quot;editable&quot;:&quot;True&quot;, &quot;format&quot;:&quot;&lt;content&gt;&quot;}">
            <a:extLst>
              <a:ext uri="{FF2B5EF4-FFF2-40B4-BE49-F238E27FC236}">
                <a16:creationId xmlns:a16="http://schemas.microsoft.com/office/drawing/2014/main" id="{0713AC07-ADC3-30F5-8957-2C3DD597B8AA}"/>
              </a:ext>
            </a:extLst>
          </p:cNvPr>
          <p:cNvSpPr txBox="1"/>
          <p:nvPr/>
        </p:nvSpPr>
        <p:spPr>
          <a:xfrm>
            <a:off x="508610" y="7519903"/>
            <a:ext cx="5801978" cy="1546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Suspendisse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ac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velit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vel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odio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ultricies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non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nec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metus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Nam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vitae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tellus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Aenean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elementum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eleifend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justo,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varius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mattis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neque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eget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eget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tortor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eu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tellus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egestas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congue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nec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varius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ex.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mi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enim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dictum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facilisis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accumsan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posuere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nulla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Nunc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eu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volutpat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enim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Mauris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semper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massa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vel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justo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vel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purus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, vitae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luctus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velit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Ut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ut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faucibus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quam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Aenean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scelerisque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lectus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vel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arcu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auctor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blandit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Nunc id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enim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feugiat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bibendum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erat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at,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bibendum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enim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Suspendisse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felis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sit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amet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dui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gravida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viverra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Proin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porta neque in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venenatis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lobortis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Aenean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eros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sit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amet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tellus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rutrum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, id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odio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</a:t>
            </a:r>
          </a:p>
        </p:txBody>
      </p:sp>
      <p:sp>
        <p:nvSpPr>
          <p:cNvPr id="6" name="CuadroTexto 5" descr="{&quot;id&quot;:&quot;9&quot;,&quot;type&quot;:&quot;text&quot;,&quot;editable&quot;:&quot;True&quot;, &quot;format&quot;:&quot;&lt;content&gt;&quot;}">
            <a:extLst>
              <a:ext uri="{FF2B5EF4-FFF2-40B4-BE49-F238E27FC236}">
                <a16:creationId xmlns:a16="http://schemas.microsoft.com/office/drawing/2014/main" id="{0C373A45-EC84-4E79-959E-A49723397463}"/>
              </a:ext>
            </a:extLst>
          </p:cNvPr>
          <p:cNvSpPr txBox="1"/>
          <p:nvPr/>
        </p:nvSpPr>
        <p:spPr>
          <a:xfrm>
            <a:off x="505227" y="4631875"/>
            <a:ext cx="2803457" cy="2839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at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augue</a:t>
            </a:r>
            <a:r>
              <a:rPr lang="es-ES" sz="1050" dirty="0">
                <a:latin typeface="Century Gothic" panose="020B0502020202020204" pitchFamily="34" charset="0"/>
              </a:rPr>
              <a:t>. Lorem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dolor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adipiscing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at justo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gravida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et libero. </a:t>
            </a:r>
            <a:r>
              <a:rPr lang="es-ES" sz="1050" dirty="0" err="1">
                <a:latin typeface="Century Gothic" panose="020B0502020202020204" pitchFamily="34" charset="0"/>
              </a:rPr>
              <a:t>Suspendisse</a:t>
            </a:r>
            <a:r>
              <a:rPr lang="es-ES" sz="1050" dirty="0">
                <a:latin typeface="Century Gothic" panose="020B0502020202020204" pitchFamily="34" charset="0"/>
              </a:rPr>
              <a:t> ut eros tortor. </a:t>
            </a:r>
            <a:r>
              <a:rPr lang="es-ES" sz="1050" dirty="0" err="1">
                <a:latin typeface="Century Gothic" panose="020B0502020202020204" pitchFamily="34" charset="0"/>
              </a:rPr>
              <a:t>Proin</a:t>
            </a:r>
            <a:r>
              <a:rPr lang="es-ES" sz="1050" dirty="0">
                <a:latin typeface="Century Gothic" panose="020B0502020202020204" pitchFamily="34" charset="0"/>
              </a:rPr>
              <a:t> at odio </a:t>
            </a:r>
            <a:r>
              <a:rPr lang="es-ES" sz="1050" dirty="0" err="1">
                <a:latin typeface="Century Gothic" panose="020B0502020202020204" pitchFamily="34" charset="0"/>
              </a:rPr>
              <a:t>nisl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Pellentesque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feugiat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lorem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volutpat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ac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 tortor, </a:t>
            </a:r>
            <a:r>
              <a:rPr lang="es-ES" sz="1050" dirty="0" err="1">
                <a:latin typeface="Century Gothic" panose="020B0502020202020204" pitchFamily="34" charset="0"/>
              </a:rPr>
              <a:t>suscipit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odio.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lacus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. In tortor mauris,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imperdiet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consequat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arcu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fermentum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latin typeface="Century Gothic" panose="020B0502020202020204" pitchFamily="34" charset="0"/>
              </a:rPr>
              <a:t> justo, </a:t>
            </a:r>
            <a:r>
              <a:rPr lang="es-ES" sz="1050" dirty="0" err="1">
                <a:latin typeface="Century Gothic" panose="020B0502020202020204" pitchFamily="34" charset="0"/>
              </a:rPr>
              <a:t>volutpat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lectus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sagittis</a:t>
            </a:r>
            <a:r>
              <a:rPr lang="es-ES" sz="1050" dirty="0">
                <a:latin typeface="Century Gothic" panose="020B0502020202020204" pitchFamily="34" charset="0"/>
              </a:rPr>
              <a:t> ac. </a:t>
            </a:r>
            <a:r>
              <a:rPr lang="es-ES" sz="1050" dirty="0" err="1">
                <a:latin typeface="Century Gothic" panose="020B0502020202020204" pitchFamily="34" charset="0"/>
              </a:rPr>
              <a:t>Fusce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posuere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hendrerit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sagittis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 mauris lacinia </a:t>
            </a:r>
            <a:r>
              <a:rPr lang="es-ES" sz="1050" dirty="0" err="1">
                <a:latin typeface="Century Gothic" panose="020B0502020202020204" pitchFamily="34" charset="0"/>
              </a:rPr>
              <a:t>sapien</a:t>
            </a:r>
            <a:r>
              <a:rPr lang="es-ES" sz="1050" dirty="0">
                <a:latin typeface="Century Gothic" panose="020B0502020202020204" pitchFamily="34" charset="0"/>
              </a:rPr>
              <a:t>, ac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velit</a:t>
            </a:r>
            <a:r>
              <a:rPr lang="es-ES" sz="1050" dirty="0">
                <a:latin typeface="Century Gothic" panose="020B0502020202020204" pitchFamily="34" charset="0"/>
              </a:rPr>
              <a:t> odio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 ante. </a:t>
            </a:r>
            <a:r>
              <a:rPr lang="es-ES" sz="1050" dirty="0" err="1">
                <a:latin typeface="Century Gothic" panose="020B0502020202020204" pitchFamily="34" charset="0"/>
              </a:rPr>
              <a:t>Duis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nisi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gravida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nisl</a:t>
            </a:r>
            <a:r>
              <a:rPr lang="es-ES" sz="1050" dirty="0">
                <a:latin typeface="Century Gothic" panose="020B0502020202020204" pitchFamily="34" charset="0"/>
              </a:rPr>
              <a:t> at, </a:t>
            </a:r>
            <a:r>
              <a:rPr lang="es-ES" sz="1050" dirty="0" err="1">
                <a:latin typeface="Century Gothic" panose="020B0502020202020204" pitchFamily="34" charset="0"/>
              </a:rPr>
              <a:t>venenatis</a:t>
            </a:r>
            <a:r>
              <a:rPr lang="es-ES" sz="1050" dirty="0">
                <a:latin typeface="Century Gothic" panose="020B0502020202020204" pitchFamily="34" charset="0"/>
              </a:rPr>
              <a:t> nunc.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a nunc leo.</a:t>
            </a:r>
          </a:p>
        </p:txBody>
      </p:sp>
      <p:pic>
        <p:nvPicPr>
          <p:cNvPr id="9" name="Picture 4" descr="{&quot;id&quot;:&quot;10&quot;,&quot;type&quot;:&quot;image&quot;,&quot;editable&quot;:&quot;True&quot;}">
            <a:extLst>
              <a:ext uri="{FF2B5EF4-FFF2-40B4-BE49-F238E27FC236}">
                <a16:creationId xmlns:a16="http://schemas.microsoft.com/office/drawing/2014/main" id="{D1343B46-730F-FEAF-7656-C8F9922861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4626" y="4658500"/>
            <a:ext cx="2612370" cy="261237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ítulo 1" descr="{&quot;id&quot;:&quot;7&quot;,&quot;type&quot;:&quot;text&quot;,&quot;editable&quot;:&quot;False&quot;, &quot;format&quot;:&quot;Pagina &lt;numero_pagina&gt;&quot;}">
            <a:extLst>
              <a:ext uri="{FF2B5EF4-FFF2-40B4-BE49-F238E27FC236}">
                <a16:creationId xmlns:a16="http://schemas.microsoft.com/office/drawing/2014/main" id="{15E388D2-A774-3089-57AF-D2F23AE1DC48}"/>
              </a:ext>
            </a:extLst>
          </p:cNvPr>
          <p:cNvSpPr txBox="1">
            <a:spLocks/>
          </p:cNvSpPr>
          <p:nvPr/>
        </p:nvSpPr>
        <p:spPr>
          <a:xfrm>
            <a:off x="5272268" y="9564546"/>
            <a:ext cx="1585732" cy="3414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0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Página X</a:t>
            </a:r>
          </a:p>
        </p:txBody>
      </p:sp>
    </p:spTree>
    <p:extLst>
      <p:ext uri="{BB962C8B-B14F-4D97-AF65-F5344CB8AC3E}">
        <p14:creationId xmlns:p14="http://schemas.microsoft.com/office/powerpoint/2010/main" val="1142527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89065-EC2D-CF81-6B95-E39E83D7E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descr="{&quot;id&quot;:&quot;3&quot;,&quot;type&quot;:&quot;text&quot;,&quot;editable&quot;:&quot;False&quot;, &quot;format&quot;:&quot;&lt;titulo_unidad_formativa&gt;&quot;}">
            <a:extLst>
              <a:ext uri="{FF2B5EF4-FFF2-40B4-BE49-F238E27FC236}">
                <a16:creationId xmlns:a16="http://schemas.microsoft.com/office/drawing/2014/main" id="{5E13F2A1-1EF4-4851-C692-8704DB3BCB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045" y="474561"/>
            <a:ext cx="6562845" cy="659757"/>
          </a:xfrm>
        </p:spPr>
        <p:txBody>
          <a:bodyPr anchor="t">
            <a:normAutofit/>
          </a:bodyPr>
          <a:lstStyle/>
          <a:p>
            <a:r>
              <a:rPr lang="es-ES" sz="28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Titulo de la Unidad Formativa</a:t>
            </a:r>
          </a:p>
        </p:txBody>
      </p:sp>
      <p:sp>
        <p:nvSpPr>
          <p:cNvPr id="4" name="Título 1" descr="{&quot;id&quot;:&quot;1&quot;,&quot;type&quot;:&quot;text&quot;,&quot;editable&quot;:&quot;False&quot;, &quot;format&quot;:&quot;&lt;asignatura&gt;&quot;}">
            <a:extLst>
              <a:ext uri="{FF2B5EF4-FFF2-40B4-BE49-F238E27FC236}">
                <a16:creationId xmlns:a16="http://schemas.microsoft.com/office/drawing/2014/main" id="{78A29F8E-1D68-7513-1683-01ADD7E90ECB}"/>
              </a:ext>
            </a:extLst>
          </p:cNvPr>
          <p:cNvSpPr txBox="1">
            <a:spLocks/>
          </p:cNvSpPr>
          <p:nvPr/>
        </p:nvSpPr>
        <p:spPr>
          <a:xfrm>
            <a:off x="64384" y="179407"/>
            <a:ext cx="1585732" cy="3414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0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Nombre Asignatura</a:t>
            </a:r>
          </a:p>
        </p:txBody>
      </p:sp>
      <p:sp>
        <p:nvSpPr>
          <p:cNvPr id="5" name="Título 1" descr="{&quot;id&quot;:&quot;2&quot;,&quot;type&quot;:&quot;text&quot;,&quot;editable&quot;:&quot;False&quot;, &quot;format&quot;:&quot;&lt;curso&gt;&quot;}">
            <a:extLst>
              <a:ext uri="{FF2B5EF4-FFF2-40B4-BE49-F238E27FC236}">
                <a16:creationId xmlns:a16="http://schemas.microsoft.com/office/drawing/2014/main" id="{7E9508CA-F0A3-49C5-FCC2-3DDF211C0E7E}"/>
              </a:ext>
            </a:extLst>
          </p:cNvPr>
          <p:cNvSpPr txBox="1">
            <a:spLocks/>
          </p:cNvSpPr>
          <p:nvPr/>
        </p:nvSpPr>
        <p:spPr>
          <a:xfrm>
            <a:off x="2650601" y="179407"/>
            <a:ext cx="1585732" cy="3414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0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Curso Académico</a:t>
            </a:r>
          </a:p>
        </p:txBody>
      </p:sp>
      <p:pic>
        <p:nvPicPr>
          <p:cNvPr id="1028" name="Picture 4" descr="Ferrer Logo &amp; Brand Assets (SVG, PNG and vector) - Brandfetch">
            <a:extLst>
              <a:ext uri="{FF2B5EF4-FFF2-40B4-BE49-F238E27FC236}">
                <a16:creationId xmlns:a16="http://schemas.microsoft.com/office/drawing/2014/main" id="{AD80DB08-995F-3BD9-CE91-8EA89C4982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7711" y="144742"/>
            <a:ext cx="318244" cy="318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7" descr="{&quot;id&quot;:&quot;5&quot;,&quot;type&quot;:&quot;text&quot;,&quot;editable&quot;:&quot;False&quot;, &quot;format&quot;:&quot;&lt;titulo_de_la_sección&gt;&quot;}">
            <a:extLst>
              <a:ext uri="{FF2B5EF4-FFF2-40B4-BE49-F238E27FC236}">
                <a16:creationId xmlns:a16="http://schemas.microsoft.com/office/drawing/2014/main" id="{A1B21A1B-F459-8C10-7088-29FF2C42FB3E}"/>
              </a:ext>
            </a:extLst>
          </p:cNvPr>
          <p:cNvSpPr txBox="1"/>
          <p:nvPr/>
        </p:nvSpPr>
        <p:spPr>
          <a:xfrm>
            <a:off x="505227" y="1397599"/>
            <a:ext cx="43173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rgbClr val="7EB900"/>
                </a:solidFill>
                <a:latin typeface="Century Gothic" panose="020B0502020202020204" pitchFamily="34" charset="0"/>
              </a:rPr>
              <a:t>Título de la sección</a:t>
            </a:r>
            <a:endParaRPr lang="es-ES" sz="1200" dirty="0"/>
          </a:p>
        </p:txBody>
      </p:sp>
      <p:sp>
        <p:nvSpPr>
          <p:cNvPr id="10" name="CuadroTexto 9" descr="{&quot;id&quot;:&quot;6&quot;,&quot;type&quot;:&quot;text&quot;,&quot;editable&quot;:&quot;True&quot;, &quot;format&quot;:&quot;&lt;content&gt;&quot;}">
            <a:extLst>
              <a:ext uri="{FF2B5EF4-FFF2-40B4-BE49-F238E27FC236}">
                <a16:creationId xmlns:a16="http://schemas.microsoft.com/office/drawing/2014/main" id="{7B6DA955-601E-44CB-EAE1-B83F342A65BA}"/>
              </a:ext>
            </a:extLst>
          </p:cNvPr>
          <p:cNvSpPr txBox="1"/>
          <p:nvPr/>
        </p:nvSpPr>
        <p:spPr>
          <a:xfrm>
            <a:off x="508610" y="1723387"/>
            <a:ext cx="5801978" cy="2839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050" dirty="0">
                <a:latin typeface="Century Gothic" panose="020B0502020202020204" pitchFamily="34" charset="0"/>
              </a:rPr>
              <a:t>Lorem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dolor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adipiscing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Praesent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consequat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mollis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vitae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aliquet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purus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mollis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fringilla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latin typeface="Century Gothic" panose="020B0502020202020204" pitchFamily="34" charset="0"/>
              </a:rPr>
              <a:t>porttitor</a:t>
            </a:r>
            <a:r>
              <a:rPr lang="es-ES" sz="1050" dirty="0">
                <a:latin typeface="Century Gothic" panose="020B0502020202020204" pitchFamily="34" charset="0"/>
              </a:rPr>
              <a:t> commodo </a:t>
            </a:r>
            <a:r>
              <a:rPr lang="es-ES" sz="1050" dirty="0" err="1">
                <a:latin typeface="Century Gothic" panose="020B0502020202020204" pitchFamily="34" charset="0"/>
              </a:rPr>
              <a:t>est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 id.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ornare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massa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 at </a:t>
            </a:r>
            <a:r>
              <a:rPr lang="es-ES" sz="1050" dirty="0" err="1"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augue</a:t>
            </a:r>
            <a:r>
              <a:rPr lang="es-ES" sz="1050" dirty="0">
                <a:latin typeface="Century Gothic" panose="020B0502020202020204" pitchFamily="34" charset="0"/>
              </a:rPr>
              <a:t> ut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hendrerit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et odio. Cras </a:t>
            </a:r>
            <a:r>
              <a:rPr lang="es-ES" sz="1050" dirty="0" err="1">
                <a:latin typeface="Century Gothic" panose="020B0502020202020204" pitchFamily="34" charset="0"/>
              </a:rPr>
              <a:t>aliquam</a:t>
            </a:r>
            <a:r>
              <a:rPr lang="es-ES" sz="1050" dirty="0">
                <a:latin typeface="Century Gothic" panose="020B0502020202020204" pitchFamily="34" charset="0"/>
              </a:rPr>
              <a:t> eros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mattis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Praesent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risus</a:t>
            </a:r>
            <a:r>
              <a:rPr lang="es-ES" sz="1050" dirty="0">
                <a:latin typeface="Century Gothic" panose="020B0502020202020204" pitchFamily="34" charset="0"/>
              </a:rPr>
              <a:t> neque, ac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augue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aliquam</a:t>
            </a:r>
            <a:r>
              <a:rPr lang="es-ES" sz="1050" dirty="0">
                <a:latin typeface="Century Gothic" panose="020B0502020202020204" pitchFamily="34" charset="0"/>
              </a:rPr>
              <a:t> vitae. Mauris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lacus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imperdiet</a:t>
            </a:r>
            <a:r>
              <a:rPr lang="es-ES" sz="1050" dirty="0">
                <a:latin typeface="Century Gothic" panose="020B0502020202020204" pitchFamily="34" charset="0"/>
              </a:rPr>
              <a:t> ut, pulvinar et </a:t>
            </a:r>
            <a:r>
              <a:rPr lang="es-ES" sz="1050" dirty="0" err="1">
                <a:latin typeface="Century Gothic" panose="020B0502020202020204" pitchFamily="34" charset="0"/>
              </a:rPr>
              <a:t>risus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Interdum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fames</a:t>
            </a:r>
            <a:r>
              <a:rPr lang="es-ES" sz="1050" dirty="0">
                <a:latin typeface="Century Gothic" panose="020B0502020202020204" pitchFamily="34" charset="0"/>
              </a:rPr>
              <a:t> ac ante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primis</a:t>
            </a:r>
            <a:r>
              <a:rPr lang="es-ES" sz="1050" dirty="0">
                <a:latin typeface="Century Gothic" panose="020B0502020202020204" pitchFamily="34" charset="0"/>
              </a:rPr>
              <a:t> in </a:t>
            </a:r>
            <a:r>
              <a:rPr lang="es-ES" sz="1050" dirty="0" err="1">
                <a:latin typeface="Century Gothic" panose="020B0502020202020204" pitchFamily="34" charset="0"/>
              </a:rPr>
              <a:t>faucibus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felis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elementum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.</a:t>
            </a:r>
          </a:p>
          <a:p>
            <a:pPr algn="just"/>
            <a:endParaRPr lang="es-ES" sz="1050" dirty="0">
              <a:latin typeface="Century Gothic" panose="020B0502020202020204" pitchFamily="34" charset="0"/>
            </a:endParaRPr>
          </a:p>
          <a:p>
            <a:pPr algn="just"/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maximus</a:t>
            </a:r>
            <a:r>
              <a:rPr lang="es-ES" sz="1050" dirty="0">
                <a:latin typeface="Century Gothic" panose="020B0502020202020204" pitchFamily="34" charset="0"/>
              </a:rPr>
              <a:t> neque, id commodo </a:t>
            </a:r>
            <a:r>
              <a:rPr lang="es-ES" sz="1050" dirty="0" err="1">
                <a:latin typeface="Century Gothic" panose="020B0502020202020204" pitchFamily="34" charset="0"/>
              </a:rPr>
              <a:t>metus</a:t>
            </a:r>
            <a:r>
              <a:rPr lang="es-ES" sz="1050" dirty="0">
                <a:latin typeface="Century Gothic" panose="020B0502020202020204" pitchFamily="34" charset="0"/>
              </a:rPr>
              <a:t>. In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sed </a:t>
            </a:r>
            <a:r>
              <a:rPr lang="es-ES" sz="1050" dirty="0" err="1">
                <a:latin typeface="Century Gothic" panose="020B0502020202020204" pitchFamily="34" charset="0"/>
              </a:rPr>
              <a:t>interdum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latin typeface="Century Gothic" panose="020B0502020202020204" pitchFamily="34" charset="0"/>
              </a:rPr>
              <a:t> non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felis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latin typeface="Century Gothic" panose="020B0502020202020204" pitchFamily="34" charset="0"/>
              </a:rPr>
              <a:t> lacinia </a:t>
            </a:r>
            <a:r>
              <a:rPr lang="es-ES" sz="1050" dirty="0" err="1">
                <a:latin typeface="Century Gothic" panose="020B0502020202020204" pitchFamily="34" charset="0"/>
              </a:rPr>
              <a:t>metus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, ac commodo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non. </a:t>
            </a:r>
            <a:r>
              <a:rPr lang="es-ES" sz="1050" dirty="0" err="1">
                <a:latin typeface="Century Gothic" panose="020B0502020202020204" pitchFamily="34" charset="0"/>
              </a:rPr>
              <a:t>Curabitur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dictum</a:t>
            </a:r>
            <a:r>
              <a:rPr lang="es-ES" sz="1050" dirty="0">
                <a:latin typeface="Century Gothic" panose="020B0502020202020204" pitchFamily="34" charset="0"/>
              </a:rPr>
              <a:t> ornare ex </a:t>
            </a:r>
            <a:r>
              <a:rPr lang="es-ES" sz="1050" dirty="0" err="1">
                <a:latin typeface="Century Gothic" panose="020B0502020202020204" pitchFamily="34" charset="0"/>
              </a:rPr>
              <a:t>nec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nibh</a:t>
            </a:r>
            <a:r>
              <a:rPr lang="es-ES" sz="1050" dirty="0">
                <a:latin typeface="Century Gothic" panose="020B0502020202020204" pitchFamily="34" charset="0"/>
              </a:rPr>
              <a:t> ut </a:t>
            </a:r>
            <a:r>
              <a:rPr lang="es-ES" sz="1050" dirty="0" err="1">
                <a:latin typeface="Century Gothic" panose="020B0502020202020204" pitchFamily="34" charset="0"/>
              </a:rPr>
              <a:t>iaculis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ligula</a:t>
            </a:r>
            <a:r>
              <a:rPr lang="es-ES" sz="1050" dirty="0">
                <a:latin typeface="Century Gothic" panose="020B0502020202020204" pitchFamily="34" charset="0"/>
              </a:rPr>
              <a:t> eros </a:t>
            </a:r>
            <a:r>
              <a:rPr lang="es-ES" sz="1050" dirty="0" err="1">
                <a:latin typeface="Century Gothic" panose="020B0502020202020204" pitchFamily="34" charset="0"/>
              </a:rPr>
              <a:t>hendrerit</a:t>
            </a:r>
            <a:r>
              <a:rPr lang="es-ES" sz="1050" dirty="0">
                <a:latin typeface="Century Gothic" panose="020B0502020202020204" pitchFamily="34" charset="0"/>
              </a:rPr>
              <a:t> neque, quis lacinia </a:t>
            </a:r>
            <a:r>
              <a:rPr lang="es-ES" sz="1050" dirty="0" err="1">
                <a:latin typeface="Century Gothic" panose="020B0502020202020204" pitchFamily="34" charset="0"/>
              </a:rPr>
              <a:t>diam</a:t>
            </a:r>
            <a:r>
              <a:rPr lang="es-ES" sz="1050" dirty="0">
                <a:latin typeface="Century Gothic" panose="020B0502020202020204" pitchFamily="34" charset="0"/>
              </a:rPr>
              <a:t> mauris in </a:t>
            </a:r>
            <a:r>
              <a:rPr lang="es-ES" sz="1050" dirty="0" err="1">
                <a:latin typeface="Century Gothic" panose="020B0502020202020204" pitchFamily="34" charset="0"/>
              </a:rPr>
              <a:t>ligula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Pellentesque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risus</a:t>
            </a:r>
            <a:r>
              <a:rPr lang="es-ES" sz="1050" dirty="0">
                <a:latin typeface="Century Gothic" panose="020B0502020202020204" pitchFamily="34" charset="0"/>
              </a:rPr>
              <a:t> in magna </a:t>
            </a:r>
            <a:r>
              <a:rPr lang="es-ES" sz="1050" dirty="0" err="1">
                <a:latin typeface="Century Gothic" panose="020B0502020202020204" pitchFamily="34" charset="0"/>
              </a:rPr>
              <a:t>euismod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mattis</a:t>
            </a:r>
            <a:r>
              <a:rPr lang="es-ES" sz="1050" dirty="0">
                <a:latin typeface="Century Gothic" panose="020B0502020202020204" pitchFamily="34" charset="0"/>
              </a:rPr>
              <a:t> vitae non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Aenean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viverra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 ut dolor commodo, et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est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porttitor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Fusce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placerat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posuere</a:t>
            </a:r>
            <a:r>
              <a:rPr lang="es-ES" sz="1050" dirty="0">
                <a:latin typeface="Century Gothic" panose="020B0502020202020204" pitchFamily="34" charset="0"/>
              </a:rPr>
              <a:t> justo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et. </a:t>
            </a:r>
            <a:r>
              <a:rPr lang="es-ES" sz="1050" dirty="0" err="1">
                <a:latin typeface="Century Gothic" panose="020B0502020202020204" pitchFamily="34" charset="0"/>
              </a:rPr>
              <a:t>Etiam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in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quis </a:t>
            </a:r>
            <a:r>
              <a:rPr lang="es-ES" sz="1050" dirty="0" err="1">
                <a:latin typeface="Century Gothic" panose="020B0502020202020204" pitchFamily="34" charset="0"/>
              </a:rPr>
              <a:t>nec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massa</a:t>
            </a:r>
            <a:r>
              <a:rPr lang="es-ES" sz="1050" dirty="0">
                <a:latin typeface="Century Gothic" panose="020B0502020202020204" pitchFamily="34" charset="0"/>
              </a:rPr>
              <a:t>.</a:t>
            </a:r>
          </a:p>
        </p:txBody>
      </p:sp>
      <p:sp>
        <p:nvSpPr>
          <p:cNvPr id="7" name="CuadroTexto 6" descr="{&quot;id&quot;:&quot;4&quot;,&quot;type&quot;:&quot;text&quot;,&quot;editable&quot;:&quot;False&quot;, &quot;format&quot;:&quot;&lt;titulo_del_capítulo&gt;&quot;}">
            <a:extLst>
              <a:ext uri="{FF2B5EF4-FFF2-40B4-BE49-F238E27FC236}">
                <a16:creationId xmlns:a16="http://schemas.microsoft.com/office/drawing/2014/main" id="{5497795F-A4AB-D9B1-8EC3-632A6F5513A9}"/>
              </a:ext>
            </a:extLst>
          </p:cNvPr>
          <p:cNvSpPr txBox="1"/>
          <p:nvPr/>
        </p:nvSpPr>
        <p:spPr>
          <a:xfrm>
            <a:off x="483454" y="1029485"/>
            <a:ext cx="4317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Título del Capítulo</a:t>
            </a:r>
            <a:endParaRPr lang="es-ES" sz="1600" dirty="0"/>
          </a:p>
        </p:txBody>
      </p:sp>
      <p:sp>
        <p:nvSpPr>
          <p:cNvPr id="3" name="CuadroTexto 2" descr="{&quot;id&quot;:&quot;8&quot;,&quot;type&quot;:&quot;sample&quot;,&quot;editable&quot;:&quot;True&quot;, &quot;format&quot;:&quot;&lt;content&gt;&quot;}">
            <a:extLst>
              <a:ext uri="{FF2B5EF4-FFF2-40B4-BE49-F238E27FC236}">
                <a16:creationId xmlns:a16="http://schemas.microsoft.com/office/drawing/2014/main" id="{AA1F75AF-38E6-597F-0148-497E1CD00DA1}"/>
              </a:ext>
            </a:extLst>
          </p:cNvPr>
          <p:cNvSpPr txBox="1"/>
          <p:nvPr/>
        </p:nvSpPr>
        <p:spPr>
          <a:xfrm>
            <a:off x="508610" y="7519903"/>
            <a:ext cx="5801978" cy="1546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Suspendisse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ac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velit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vel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odio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ultricies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non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nec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metus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Nam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vitae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tellus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Aenean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elementum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eleifend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justo,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varius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mattis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neque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eget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eget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tortor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eu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tellus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egestas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congue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nec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varius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ex.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mi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enim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dictum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facilisis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accumsan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posuere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nulla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Nunc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eu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volutpat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enim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Mauris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semper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massa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vel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justo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vel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purus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, vitae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luctus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velit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Ut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ut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faucibus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quam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Aenean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scelerisque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lectus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vel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arcu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auctor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blandit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Nunc id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enim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feugiat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bibendum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erat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at,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bibendum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enim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Suspendisse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felis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sit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amet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dui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gravida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viverra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Proin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porta neque in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venenatis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lobortis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Aenean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eros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sit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amet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tellus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rutrum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, id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odio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</a:t>
            </a:r>
          </a:p>
        </p:txBody>
      </p:sp>
      <p:pic>
        <p:nvPicPr>
          <p:cNvPr id="9" name="Picture 4" descr="{&quot;id&quot;:&quot;9&quot;,&quot;type&quot;:&quot;image&quot;,&quot;editable&quot;:&quot;True&quot;}">
            <a:extLst>
              <a:ext uri="{FF2B5EF4-FFF2-40B4-BE49-F238E27FC236}">
                <a16:creationId xmlns:a16="http://schemas.microsoft.com/office/drawing/2014/main" id="{6637F6AA-4FDB-31DE-FC08-6D1D7A0181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611" y="4658500"/>
            <a:ext cx="5493385" cy="261237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ítulo 1" descr="{&quot;id&quot;:&quot;7&quot;,&quot;type&quot;:&quot;text&quot;,&quot;editable&quot;:&quot;False&quot;, &quot;format&quot;:&quot;Pagina &lt;numero_pagina&gt;&quot;}">
            <a:extLst>
              <a:ext uri="{FF2B5EF4-FFF2-40B4-BE49-F238E27FC236}">
                <a16:creationId xmlns:a16="http://schemas.microsoft.com/office/drawing/2014/main" id="{F05433D0-503D-CC2D-793A-8468863458E3}"/>
              </a:ext>
            </a:extLst>
          </p:cNvPr>
          <p:cNvSpPr txBox="1">
            <a:spLocks/>
          </p:cNvSpPr>
          <p:nvPr/>
        </p:nvSpPr>
        <p:spPr>
          <a:xfrm>
            <a:off x="5272268" y="9564546"/>
            <a:ext cx="1585732" cy="3414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0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Página X</a:t>
            </a:r>
          </a:p>
        </p:txBody>
      </p:sp>
    </p:spTree>
    <p:extLst>
      <p:ext uri="{BB962C8B-B14F-4D97-AF65-F5344CB8AC3E}">
        <p14:creationId xmlns:p14="http://schemas.microsoft.com/office/powerpoint/2010/main" val="3480948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19CC4-02DE-3F99-F4A8-84D9006F6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descr="{&quot;id&quot;:&quot;3&quot;,&quot;type&quot;:&quot;text&quot;,&quot;editable&quot;:&quot;False&quot;, &quot;format&quot;:&quot;&lt;titulo_unidad_formativa&gt;&quot;}">
            <a:extLst>
              <a:ext uri="{FF2B5EF4-FFF2-40B4-BE49-F238E27FC236}">
                <a16:creationId xmlns:a16="http://schemas.microsoft.com/office/drawing/2014/main" id="{071C39A2-12CB-4A13-81ED-DD0D3601EE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045" y="474561"/>
            <a:ext cx="6562845" cy="659757"/>
          </a:xfrm>
        </p:spPr>
        <p:txBody>
          <a:bodyPr anchor="t">
            <a:normAutofit/>
          </a:bodyPr>
          <a:lstStyle/>
          <a:p>
            <a:r>
              <a:rPr lang="es-ES" sz="28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Titulo de la Unidad Formativa</a:t>
            </a:r>
          </a:p>
        </p:txBody>
      </p:sp>
      <p:sp>
        <p:nvSpPr>
          <p:cNvPr id="4" name="Título 1" descr="{&quot;id&quot;:&quot;1&quot;,&quot;type&quot;:&quot;text&quot;,&quot;editable&quot;:&quot;False&quot;, &quot;format&quot;:&quot;&lt;asignatura&gt;&quot;}">
            <a:extLst>
              <a:ext uri="{FF2B5EF4-FFF2-40B4-BE49-F238E27FC236}">
                <a16:creationId xmlns:a16="http://schemas.microsoft.com/office/drawing/2014/main" id="{0691E6AD-6332-9D17-6C2C-15F5361B4AAA}"/>
              </a:ext>
            </a:extLst>
          </p:cNvPr>
          <p:cNvSpPr txBox="1">
            <a:spLocks/>
          </p:cNvSpPr>
          <p:nvPr/>
        </p:nvSpPr>
        <p:spPr>
          <a:xfrm>
            <a:off x="64384" y="179407"/>
            <a:ext cx="1585732" cy="3414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0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Nombre Asignatura</a:t>
            </a:r>
          </a:p>
        </p:txBody>
      </p:sp>
      <p:sp>
        <p:nvSpPr>
          <p:cNvPr id="5" name="Título 1" descr="{&quot;id&quot;:&quot;2&quot;,&quot;type&quot;:&quot;text&quot;,&quot;editable&quot;:&quot;False&quot;, &quot;format&quot;:&quot;&lt;curso&gt;&quot;}">
            <a:extLst>
              <a:ext uri="{FF2B5EF4-FFF2-40B4-BE49-F238E27FC236}">
                <a16:creationId xmlns:a16="http://schemas.microsoft.com/office/drawing/2014/main" id="{B7A5E32B-964E-36C1-643D-29714E24CD0F}"/>
              </a:ext>
            </a:extLst>
          </p:cNvPr>
          <p:cNvSpPr txBox="1">
            <a:spLocks/>
          </p:cNvSpPr>
          <p:nvPr/>
        </p:nvSpPr>
        <p:spPr>
          <a:xfrm>
            <a:off x="2650601" y="179407"/>
            <a:ext cx="1585732" cy="3414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0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Curso Académico</a:t>
            </a:r>
          </a:p>
        </p:txBody>
      </p:sp>
      <p:pic>
        <p:nvPicPr>
          <p:cNvPr id="1028" name="Picture 4" descr="Ferrer Logo &amp; Brand Assets (SVG, PNG and vector) - Brandfetch">
            <a:extLst>
              <a:ext uri="{FF2B5EF4-FFF2-40B4-BE49-F238E27FC236}">
                <a16:creationId xmlns:a16="http://schemas.microsoft.com/office/drawing/2014/main" id="{CD017C4C-DB78-6A5D-8767-ED7D0B7990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7711" y="144742"/>
            <a:ext cx="318244" cy="318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7" descr="{&quot;id&quot;:&quot;5&quot;,&quot;type&quot;:&quot;text&quot;,&quot;editable&quot;:&quot;False&quot;, &quot;format&quot;:&quot;&lt;titulo_de_la_sección&gt;&quot;}">
            <a:extLst>
              <a:ext uri="{FF2B5EF4-FFF2-40B4-BE49-F238E27FC236}">
                <a16:creationId xmlns:a16="http://schemas.microsoft.com/office/drawing/2014/main" id="{CDBDACA2-3E9E-D01D-FE7C-3773E2A49D89}"/>
              </a:ext>
            </a:extLst>
          </p:cNvPr>
          <p:cNvSpPr txBox="1"/>
          <p:nvPr/>
        </p:nvSpPr>
        <p:spPr>
          <a:xfrm>
            <a:off x="505227" y="1397599"/>
            <a:ext cx="43173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rgbClr val="7EB900"/>
                </a:solidFill>
                <a:latin typeface="Century Gothic" panose="020B0502020202020204" pitchFamily="34" charset="0"/>
              </a:rPr>
              <a:t>Título de la sección</a:t>
            </a:r>
            <a:endParaRPr lang="es-ES" sz="1200" dirty="0"/>
          </a:p>
        </p:txBody>
      </p:sp>
      <p:sp>
        <p:nvSpPr>
          <p:cNvPr id="10" name="CuadroTexto 9" descr="{&quot;id&quot;:&quot;6&quot;,&quot;type&quot;:&quot;text&quot;,&quot;editable&quot;:&quot;True&quot;, &quot;format&quot;:&quot;&lt;content&gt;&quot;}">
            <a:extLst>
              <a:ext uri="{FF2B5EF4-FFF2-40B4-BE49-F238E27FC236}">
                <a16:creationId xmlns:a16="http://schemas.microsoft.com/office/drawing/2014/main" id="{52B6F0C6-2DC9-C35A-5DEA-624939C4E8A2}"/>
              </a:ext>
            </a:extLst>
          </p:cNvPr>
          <p:cNvSpPr txBox="1"/>
          <p:nvPr/>
        </p:nvSpPr>
        <p:spPr>
          <a:xfrm>
            <a:off x="508610" y="1723387"/>
            <a:ext cx="5801978" cy="2839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050" dirty="0">
                <a:latin typeface="Century Gothic" panose="020B0502020202020204" pitchFamily="34" charset="0"/>
              </a:rPr>
              <a:t>Lorem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dolor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adipiscing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Praesent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consequat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mollis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vitae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aliquet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purus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mollis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fringilla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latin typeface="Century Gothic" panose="020B0502020202020204" pitchFamily="34" charset="0"/>
              </a:rPr>
              <a:t>porttitor</a:t>
            </a:r>
            <a:r>
              <a:rPr lang="es-ES" sz="1050" dirty="0">
                <a:latin typeface="Century Gothic" panose="020B0502020202020204" pitchFamily="34" charset="0"/>
              </a:rPr>
              <a:t> commodo </a:t>
            </a:r>
            <a:r>
              <a:rPr lang="es-ES" sz="1050" dirty="0" err="1">
                <a:latin typeface="Century Gothic" panose="020B0502020202020204" pitchFamily="34" charset="0"/>
              </a:rPr>
              <a:t>est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 id.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ornare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massa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 at </a:t>
            </a:r>
            <a:r>
              <a:rPr lang="es-ES" sz="1050" dirty="0" err="1"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augue</a:t>
            </a:r>
            <a:r>
              <a:rPr lang="es-ES" sz="1050" dirty="0">
                <a:latin typeface="Century Gothic" panose="020B0502020202020204" pitchFamily="34" charset="0"/>
              </a:rPr>
              <a:t> ut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hendrerit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et odio. Cras </a:t>
            </a:r>
            <a:r>
              <a:rPr lang="es-ES" sz="1050" dirty="0" err="1">
                <a:latin typeface="Century Gothic" panose="020B0502020202020204" pitchFamily="34" charset="0"/>
              </a:rPr>
              <a:t>aliquam</a:t>
            </a:r>
            <a:r>
              <a:rPr lang="es-ES" sz="1050" dirty="0">
                <a:latin typeface="Century Gothic" panose="020B0502020202020204" pitchFamily="34" charset="0"/>
              </a:rPr>
              <a:t> eros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mattis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Praesent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risus</a:t>
            </a:r>
            <a:r>
              <a:rPr lang="es-ES" sz="1050" dirty="0">
                <a:latin typeface="Century Gothic" panose="020B0502020202020204" pitchFamily="34" charset="0"/>
              </a:rPr>
              <a:t> neque, ac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augue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aliquam</a:t>
            </a:r>
            <a:r>
              <a:rPr lang="es-ES" sz="1050" dirty="0">
                <a:latin typeface="Century Gothic" panose="020B0502020202020204" pitchFamily="34" charset="0"/>
              </a:rPr>
              <a:t> vitae. Mauris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lacus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imperdiet</a:t>
            </a:r>
            <a:r>
              <a:rPr lang="es-ES" sz="1050" dirty="0">
                <a:latin typeface="Century Gothic" panose="020B0502020202020204" pitchFamily="34" charset="0"/>
              </a:rPr>
              <a:t> ut, pulvinar et </a:t>
            </a:r>
            <a:r>
              <a:rPr lang="es-ES" sz="1050" dirty="0" err="1">
                <a:latin typeface="Century Gothic" panose="020B0502020202020204" pitchFamily="34" charset="0"/>
              </a:rPr>
              <a:t>risus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Interdum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fames</a:t>
            </a:r>
            <a:r>
              <a:rPr lang="es-ES" sz="1050" dirty="0">
                <a:latin typeface="Century Gothic" panose="020B0502020202020204" pitchFamily="34" charset="0"/>
              </a:rPr>
              <a:t> ac ante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primis</a:t>
            </a:r>
            <a:r>
              <a:rPr lang="es-ES" sz="1050" dirty="0">
                <a:latin typeface="Century Gothic" panose="020B0502020202020204" pitchFamily="34" charset="0"/>
              </a:rPr>
              <a:t> in </a:t>
            </a:r>
            <a:r>
              <a:rPr lang="es-ES" sz="1050" dirty="0" err="1">
                <a:latin typeface="Century Gothic" panose="020B0502020202020204" pitchFamily="34" charset="0"/>
              </a:rPr>
              <a:t>faucibus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felis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elementum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.</a:t>
            </a:r>
          </a:p>
          <a:p>
            <a:pPr algn="just"/>
            <a:endParaRPr lang="es-ES" sz="1050" dirty="0">
              <a:latin typeface="Century Gothic" panose="020B0502020202020204" pitchFamily="34" charset="0"/>
            </a:endParaRPr>
          </a:p>
          <a:p>
            <a:pPr algn="just"/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maximus</a:t>
            </a:r>
            <a:r>
              <a:rPr lang="es-ES" sz="1050" dirty="0">
                <a:latin typeface="Century Gothic" panose="020B0502020202020204" pitchFamily="34" charset="0"/>
              </a:rPr>
              <a:t> neque, id commodo </a:t>
            </a:r>
            <a:r>
              <a:rPr lang="es-ES" sz="1050" dirty="0" err="1">
                <a:latin typeface="Century Gothic" panose="020B0502020202020204" pitchFamily="34" charset="0"/>
              </a:rPr>
              <a:t>metus</a:t>
            </a:r>
            <a:r>
              <a:rPr lang="es-ES" sz="1050" dirty="0">
                <a:latin typeface="Century Gothic" panose="020B0502020202020204" pitchFamily="34" charset="0"/>
              </a:rPr>
              <a:t>. In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sed </a:t>
            </a:r>
            <a:r>
              <a:rPr lang="es-ES" sz="1050" dirty="0" err="1">
                <a:latin typeface="Century Gothic" panose="020B0502020202020204" pitchFamily="34" charset="0"/>
              </a:rPr>
              <a:t>interdum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latin typeface="Century Gothic" panose="020B0502020202020204" pitchFamily="34" charset="0"/>
              </a:rPr>
              <a:t> non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felis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latin typeface="Century Gothic" panose="020B0502020202020204" pitchFamily="34" charset="0"/>
              </a:rPr>
              <a:t> lacinia </a:t>
            </a:r>
            <a:r>
              <a:rPr lang="es-ES" sz="1050" dirty="0" err="1">
                <a:latin typeface="Century Gothic" panose="020B0502020202020204" pitchFamily="34" charset="0"/>
              </a:rPr>
              <a:t>metus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, ac commodo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non. </a:t>
            </a:r>
            <a:r>
              <a:rPr lang="es-ES" sz="1050" dirty="0" err="1">
                <a:latin typeface="Century Gothic" panose="020B0502020202020204" pitchFamily="34" charset="0"/>
              </a:rPr>
              <a:t>Curabitur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dictum</a:t>
            </a:r>
            <a:r>
              <a:rPr lang="es-ES" sz="1050" dirty="0">
                <a:latin typeface="Century Gothic" panose="020B0502020202020204" pitchFamily="34" charset="0"/>
              </a:rPr>
              <a:t> ornare ex </a:t>
            </a:r>
            <a:r>
              <a:rPr lang="es-ES" sz="1050" dirty="0" err="1">
                <a:latin typeface="Century Gothic" panose="020B0502020202020204" pitchFamily="34" charset="0"/>
              </a:rPr>
              <a:t>nec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nibh</a:t>
            </a:r>
            <a:r>
              <a:rPr lang="es-ES" sz="1050" dirty="0">
                <a:latin typeface="Century Gothic" panose="020B0502020202020204" pitchFamily="34" charset="0"/>
              </a:rPr>
              <a:t> ut </a:t>
            </a:r>
            <a:r>
              <a:rPr lang="es-ES" sz="1050" dirty="0" err="1">
                <a:latin typeface="Century Gothic" panose="020B0502020202020204" pitchFamily="34" charset="0"/>
              </a:rPr>
              <a:t>iaculis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ligula</a:t>
            </a:r>
            <a:r>
              <a:rPr lang="es-ES" sz="1050" dirty="0">
                <a:latin typeface="Century Gothic" panose="020B0502020202020204" pitchFamily="34" charset="0"/>
              </a:rPr>
              <a:t> eros </a:t>
            </a:r>
            <a:r>
              <a:rPr lang="es-ES" sz="1050" dirty="0" err="1">
                <a:latin typeface="Century Gothic" panose="020B0502020202020204" pitchFamily="34" charset="0"/>
              </a:rPr>
              <a:t>hendrerit</a:t>
            </a:r>
            <a:r>
              <a:rPr lang="es-ES" sz="1050" dirty="0">
                <a:latin typeface="Century Gothic" panose="020B0502020202020204" pitchFamily="34" charset="0"/>
              </a:rPr>
              <a:t> neque, quis lacinia </a:t>
            </a:r>
            <a:r>
              <a:rPr lang="es-ES" sz="1050" dirty="0" err="1">
                <a:latin typeface="Century Gothic" panose="020B0502020202020204" pitchFamily="34" charset="0"/>
              </a:rPr>
              <a:t>diam</a:t>
            </a:r>
            <a:r>
              <a:rPr lang="es-ES" sz="1050" dirty="0">
                <a:latin typeface="Century Gothic" panose="020B0502020202020204" pitchFamily="34" charset="0"/>
              </a:rPr>
              <a:t> mauris in </a:t>
            </a:r>
            <a:r>
              <a:rPr lang="es-ES" sz="1050" dirty="0" err="1">
                <a:latin typeface="Century Gothic" panose="020B0502020202020204" pitchFamily="34" charset="0"/>
              </a:rPr>
              <a:t>ligula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Pellentesque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risus</a:t>
            </a:r>
            <a:r>
              <a:rPr lang="es-ES" sz="1050" dirty="0">
                <a:latin typeface="Century Gothic" panose="020B0502020202020204" pitchFamily="34" charset="0"/>
              </a:rPr>
              <a:t> in magna </a:t>
            </a:r>
            <a:r>
              <a:rPr lang="es-ES" sz="1050" dirty="0" err="1">
                <a:latin typeface="Century Gothic" panose="020B0502020202020204" pitchFamily="34" charset="0"/>
              </a:rPr>
              <a:t>euismod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mattis</a:t>
            </a:r>
            <a:r>
              <a:rPr lang="es-ES" sz="1050" dirty="0">
                <a:latin typeface="Century Gothic" panose="020B0502020202020204" pitchFamily="34" charset="0"/>
              </a:rPr>
              <a:t> vitae non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Aenean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viverra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 ut dolor commodo, et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est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porttitor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Fusce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placerat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posuere</a:t>
            </a:r>
            <a:r>
              <a:rPr lang="es-ES" sz="1050" dirty="0">
                <a:latin typeface="Century Gothic" panose="020B0502020202020204" pitchFamily="34" charset="0"/>
              </a:rPr>
              <a:t> justo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et. </a:t>
            </a:r>
            <a:r>
              <a:rPr lang="es-ES" sz="1050" dirty="0" err="1">
                <a:latin typeface="Century Gothic" panose="020B0502020202020204" pitchFamily="34" charset="0"/>
              </a:rPr>
              <a:t>Etiam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in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quis </a:t>
            </a:r>
            <a:r>
              <a:rPr lang="es-ES" sz="1050" dirty="0" err="1">
                <a:latin typeface="Century Gothic" panose="020B0502020202020204" pitchFamily="34" charset="0"/>
              </a:rPr>
              <a:t>nec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massa</a:t>
            </a:r>
            <a:r>
              <a:rPr lang="es-ES" sz="1050" dirty="0">
                <a:latin typeface="Century Gothic" panose="020B0502020202020204" pitchFamily="34" charset="0"/>
              </a:rPr>
              <a:t>.</a:t>
            </a:r>
          </a:p>
        </p:txBody>
      </p:sp>
      <p:sp>
        <p:nvSpPr>
          <p:cNvPr id="7" name="CuadroTexto 6" descr="{&quot;id&quot;:&quot;4&quot;,&quot;type&quot;:&quot;text&quot;,&quot;editable&quot;:&quot;False&quot;, &quot;format&quot;:&quot;&lt;titulo_del_capítulo&gt;&quot;}">
            <a:extLst>
              <a:ext uri="{FF2B5EF4-FFF2-40B4-BE49-F238E27FC236}">
                <a16:creationId xmlns:a16="http://schemas.microsoft.com/office/drawing/2014/main" id="{192EBAF9-F250-9D49-F76C-6D8384260D89}"/>
              </a:ext>
            </a:extLst>
          </p:cNvPr>
          <p:cNvSpPr txBox="1"/>
          <p:nvPr/>
        </p:nvSpPr>
        <p:spPr>
          <a:xfrm>
            <a:off x="483454" y="1029485"/>
            <a:ext cx="4317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Título del Capítulo</a:t>
            </a:r>
            <a:endParaRPr lang="es-ES" sz="1600" dirty="0"/>
          </a:p>
        </p:txBody>
      </p:sp>
      <p:sp>
        <p:nvSpPr>
          <p:cNvPr id="3" name="CuadroTexto 2" descr="{&quot;id&quot;:&quot;8&quot;,&quot;type&quot;:&quot;text&quot;,&quot;editable&quot;:&quot;True&quot;, &quot;format&quot;:&quot;&lt;content&gt;&quot;}">
            <a:extLst>
              <a:ext uri="{FF2B5EF4-FFF2-40B4-BE49-F238E27FC236}">
                <a16:creationId xmlns:a16="http://schemas.microsoft.com/office/drawing/2014/main" id="{502436D1-BE85-576B-C99A-914382AE0629}"/>
              </a:ext>
            </a:extLst>
          </p:cNvPr>
          <p:cNvSpPr txBox="1"/>
          <p:nvPr/>
        </p:nvSpPr>
        <p:spPr>
          <a:xfrm>
            <a:off x="508610" y="7519903"/>
            <a:ext cx="5801978" cy="15465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defRPr sz="1050">
                <a:latin typeface="Century Gothic" panose="020B0502020202020204" pitchFamily="34" charset="0"/>
              </a:defRPr>
            </a:lvl1pPr>
          </a:lstStyle>
          <a:p>
            <a:r>
              <a:rPr lang="es-ES" dirty="0" err="1"/>
              <a:t>Suspendisse</a:t>
            </a:r>
            <a:r>
              <a:rPr lang="es-ES" dirty="0"/>
              <a:t> ac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odio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ultricies</a:t>
            </a:r>
            <a:r>
              <a:rPr lang="es-ES" dirty="0"/>
              <a:t> non </a:t>
            </a:r>
            <a:r>
              <a:rPr lang="es-ES" dirty="0" err="1"/>
              <a:t>nec</a:t>
            </a:r>
            <a:r>
              <a:rPr lang="es-ES" dirty="0"/>
              <a:t> </a:t>
            </a:r>
            <a:r>
              <a:rPr lang="es-ES" dirty="0" err="1"/>
              <a:t>metus</a:t>
            </a:r>
            <a:r>
              <a:rPr lang="es-ES" dirty="0"/>
              <a:t>. </a:t>
            </a:r>
            <a:r>
              <a:rPr lang="es-ES" dirty="0" err="1"/>
              <a:t>Nam</a:t>
            </a:r>
            <a:r>
              <a:rPr lang="es-ES" dirty="0"/>
              <a:t> vitae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tellus</a:t>
            </a:r>
            <a:r>
              <a:rPr lang="es-ES" dirty="0"/>
              <a:t>. </a:t>
            </a:r>
            <a:r>
              <a:rPr lang="es-ES" dirty="0" err="1"/>
              <a:t>Aenean</a:t>
            </a:r>
            <a:r>
              <a:rPr lang="es-ES" dirty="0"/>
              <a:t> </a:t>
            </a:r>
            <a:r>
              <a:rPr lang="es-ES" dirty="0" err="1"/>
              <a:t>elementum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justo, </a:t>
            </a:r>
            <a:r>
              <a:rPr lang="es-ES" dirty="0" err="1"/>
              <a:t>varius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neque </a:t>
            </a:r>
            <a:r>
              <a:rPr lang="es-ES" dirty="0" err="1"/>
              <a:t>finibus</a:t>
            </a:r>
            <a:r>
              <a:rPr lang="es-ES" dirty="0"/>
              <a:t> </a:t>
            </a:r>
            <a:r>
              <a:rPr lang="es-ES" dirty="0" err="1"/>
              <a:t>eget</a:t>
            </a:r>
            <a:r>
              <a:rPr lang="es-ES" dirty="0"/>
              <a:t>. Sed </a:t>
            </a:r>
            <a:r>
              <a:rPr lang="es-ES" dirty="0" err="1"/>
              <a:t>eget</a:t>
            </a:r>
            <a:r>
              <a:rPr lang="es-ES" dirty="0"/>
              <a:t> tortor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tellus</a:t>
            </a:r>
            <a:r>
              <a:rPr lang="es-ES" dirty="0"/>
              <a:t> </a:t>
            </a:r>
            <a:r>
              <a:rPr lang="es-ES" dirty="0" err="1"/>
              <a:t>egestas</a:t>
            </a:r>
            <a:r>
              <a:rPr lang="es-ES" dirty="0"/>
              <a:t> </a:t>
            </a:r>
            <a:r>
              <a:rPr lang="es-ES" dirty="0" err="1"/>
              <a:t>congue</a:t>
            </a:r>
            <a:r>
              <a:rPr lang="es-ES" dirty="0"/>
              <a:t> </a:t>
            </a:r>
            <a:r>
              <a:rPr lang="es-ES" dirty="0" err="1"/>
              <a:t>nec</a:t>
            </a:r>
            <a:r>
              <a:rPr lang="es-ES" dirty="0"/>
              <a:t> </a:t>
            </a:r>
            <a:r>
              <a:rPr lang="es-ES" dirty="0" err="1"/>
              <a:t>varius</a:t>
            </a:r>
            <a:r>
              <a:rPr lang="es-ES" dirty="0"/>
              <a:t> ex. </a:t>
            </a:r>
            <a:r>
              <a:rPr lang="es-ES" dirty="0" err="1"/>
              <a:t>Integer</a:t>
            </a:r>
            <a:r>
              <a:rPr lang="es-ES" dirty="0"/>
              <a:t> mi </a:t>
            </a:r>
            <a:r>
              <a:rPr lang="es-ES" dirty="0" err="1"/>
              <a:t>enim</a:t>
            </a:r>
            <a:r>
              <a:rPr lang="es-ES" dirty="0"/>
              <a:t>,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posuere</a:t>
            </a:r>
            <a:r>
              <a:rPr lang="es-ES" dirty="0"/>
              <a:t>, </a:t>
            </a:r>
            <a:r>
              <a:rPr lang="es-ES" dirty="0" err="1"/>
              <a:t>pharetra</a:t>
            </a:r>
            <a:r>
              <a:rPr lang="es-ES" dirty="0"/>
              <a:t> a </a:t>
            </a:r>
            <a:r>
              <a:rPr lang="es-ES" dirty="0" err="1"/>
              <a:t>nulla</a:t>
            </a:r>
            <a:r>
              <a:rPr lang="es-ES" dirty="0"/>
              <a:t>. Nunc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. Mauris </a:t>
            </a:r>
            <a:r>
              <a:rPr lang="es-ES" dirty="0" err="1"/>
              <a:t>semper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justo </a:t>
            </a:r>
            <a:r>
              <a:rPr lang="es-ES" dirty="0" err="1"/>
              <a:t>finibus</a:t>
            </a:r>
            <a:r>
              <a:rPr lang="es-ES" dirty="0"/>
              <a:t> </a:t>
            </a:r>
            <a:r>
              <a:rPr lang="es-ES" dirty="0" err="1"/>
              <a:t>vulputate</a:t>
            </a:r>
            <a:r>
              <a:rPr lang="es-ES" dirty="0"/>
              <a:t>. </a:t>
            </a:r>
            <a:r>
              <a:rPr lang="es-ES" dirty="0" err="1"/>
              <a:t>Integer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tempus</a:t>
            </a:r>
            <a:r>
              <a:rPr lang="es-ES" dirty="0"/>
              <a:t> </a:t>
            </a:r>
            <a:r>
              <a:rPr lang="es-ES" dirty="0" err="1"/>
              <a:t>purus</a:t>
            </a:r>
            <a:r>
              <a:rPr lang="es-ES" dirty="0"/>
              <a:t>, vitae </a:t>
            </a:r>
            <a:r>
              <a:rPr lang="es-ES" dirty="0" err="1"/>
              <a:t>luctus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. Ut </a:t>
            </a:r>
            <a:r>
              <a:rPr lang="es-ES" dirty="0" err="1"/>
              <a:t>ut</a:t>
            </a:r>
            <a:r>
              <a:rPr lang="es-ES" dirty="0"/>
              <a:t> </a:t>
            </a:r>
            <a:r>
              <a:rPr lang="es-ES" dirty="0" err="1"/>
              <a:t>faucibus</a:t>
            </a:r>
            <a:r>
              <a:rPr lang="es-ES" dirty="0"/>
              <a:t> </a:t>
            </a:r>
            <a:r>
              <a:rPr lang="es-ES" dirty="0" err="1"/>
              <a:t>quam</a:t>
            </a:r>
            <a:r>
              <a:rPr lang="es-ES" dirty="0"/>
              <a:t>. </a:t>
            </a:r>
            <a:r>
              <a:rPr lang="es-ES" dirty="0" err="1"/>
              <a:t>Aenean</a:t>
            </a:r>
            <a:r>
              <a:rPr lang="es-ES" dirty="0"/>
              <a:t> </a:t>
            </a:r>
            <a:r>
              <a:rPr lang="es-ES" dirty="0" err="1"/>
              <a:t>scelerisque</a:t>
            </a:r>
            <a:r>
              <a:rPr lang="es-ES" dirty="0"/>
              <a:t> </a:t>
            </a:r>
            <a:r>
              <a:rPr lang="es-ES" dirty="0" err="1"/>
              <a:t>lectus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arcu</a:t>
            </a:r>
            <a:r>
              <a:rPr lang="es-ES" dirty="0"/>
              <a:t> auctor </a:t>
            </a:r>
            <a:r>
              <a:rPr lang="es-ES" dirty="0" err="1"/>
              <a:t>blandit</a:t>
            </a:r>
            <a:r>
              <a:rPr lang="es-ES" dirty="0"/>
              <a:t>. Nunc id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, </a:t>
            </a:r>
            <a:r>
              <a:rPr lang="es-ES" dirty="0" err="1"/>
              <a:t>bibendum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at, </a:t>
            </a:r>
            <a:r>
              <a:rPr lang="es-ES" dirty="0" err="1"/>
              <a:t>bibendum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. </a:t>
            </a:r>
            <a:r>
              <a:rPr lang="es-ES" dirty="0" err="1"/>
              <a:t>Suspendisse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 </a:t>
            </a:r>
            <a:r>
              <a:rPr lang="es-ES" dirty="0" err="1"/>
              <a:t>felis</a:t>
            </a:r>
            <a:r>
              <a:rPr lang="es-ES" dirty="0"/>
              <a:t>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dui</a:t>
            </a:r>
            <a:r>
              <a:rPr lang="es-ES" dirty="0"/>
              <a:t> </a:t>
            </a:r>
            <a:r>
              <a:rPr lang="es-ES" dirty="0" err="1"/>
              <a:t>gravida</a:t>
            </a:r>
            <a:r>
              <a:rPr lang="es-ES" dirty="0"/>
              <a:t> </a:t>
            </a:r>
            <a:r>
              <a:rPr lang="es-ES" dirty="0" err="1"/>
              <a:t>viverra</a:t>
            </a:r>
            <a:r>
              <a:rPr lang="es-ES" dirty="0"/>
              <a:t>. </a:t>
            </a:r>
            <a:r>
              <a:rPr lang="es-ES" dirty="0" err="1"/>
              <a:t>Proin</a:t>
            </a:r>
            <a:r>
              <a:rPr lang="es-ES" dirty="0"/>
              <a:t> porta neque in </a:t>
            </a:r>
            <a:r>
              <a:rPr lang="es-ES" dirty="0" err="1"/>
              <a:t>venenatis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. </a:t>
            </a:r>
            <a:r>
              <a:rPr lang="es-ES" dirty="0" err="1"/>
              <a:t>Aenean</a:t>
            </a:r>
            <a:r>
              <a:rPr lang="es-ES" dirty="0"/>
              <a:t> </a:t>
            </a:r>
            <a:r>
              <a:rPr lang="es-ES" dirty="0" err="1"/>
              <a:t>tempus</a:t>
            </a:r>
            <a:r>
              <a:rPr lang="es-ES" dirty="0"/>
              <a:t> eros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tellus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, id </a:t>
            </a:r>
            <a:r>
              <a:rPr lang="es-ES" dirty="0" err="1"/>
              <a:t>pharetra</a:t>
            </a:r>
            <a:r>
              <a:rPr lang="es-ES" dirty="0"/>
              <a:t> odio </a:t>
            </a:r>
            <a:r>
              <a:rPr lang="es-ES" dirty="0" err="1"/>
              <a:t>cursus</a:t>
            </a:r>
            <a:r>
              <a:rPr lang="es-ES" dirty="0"/>
              <a:t>.</a:t>
            </a:r>
          </a:p>
        </p:txBody>
      </p:sp>
      <p:pic>
        <p:nvPicPr>
          <p:cNvPr id="9" name="Picture 4" descr="{&quot;id&quot;:&quot;9&quot;,&quot;type&quot;:&quot;image&quot;,&quot;editable&quot;:&quot;True&quot;}">
            <a:extLst>
              <a:ext uri="{FF2B5EF4-FFF2-40B4-BE49-F238E27FC236}">
                <a16:creationId xmlns:a16="http://schemas.microsoft.com/office/drawing/2014/main" id="{C66CE927-A34C-2A28-DDCD-11984D08B8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611" y="4658500"/>
            <a:ext cx="5493385" cy="261237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ítulo 1" descr="{&quot;id&quot;:&quot;7&quot;,&quot;type&quot;:&quot;text&quot;,&quot;editable&quot;:&quot;False&quot;, &quot;format&quot;:&quot;Pagina &lt;numero_pagina&gt;&quot;}">
            <a:extLst>
              <a:ext uri="{FF2B5EF4-FFF2-40B4-BE49-F238E27FC236}">
                <a16:creationId xmlns:a16="http://schemas.microsoft.com/office/drawing/2014/main" id="{C77F8569-233E-B3B6-0D82-A73C5F4AC407}"/>
              </a:ext>
            </a:extLst>
          </p:cNvPr>
          <p:cNvSpPr txBox="1">
            <a:spLocks/>
          </p:cNvSpPr>
          <p:nvPr/>
        </p:nvSpPr>
        <p:spPr>
          <a:xfrm>
            <a:off x="5272268" y="9564546"/>
            <a:ext cx="1585732" cy="3414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0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Página X</a:t>
            </a:r>
          </a:p>
        </p:txBody>
      </p:sp>
    </p:spTree>
    <p:extLst>
      <p:ext uri="{BB962C8B-B14F-4D97-AF65-F5344CB8AC3E}">
        <p14:creationId xmlns:p14="http://schemas.microsoft.com/office/powerpoint/2010/main" val="1951310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B0B8E-6DBA-232B-E4D0-003654050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descr="{&quot;id&quot;:&quot;3&quot;,&quot;type&quot;:&quot;text&quot;,&quot;editable&quot;:&quot;False&quot;, &quot;format&quot;:&quot;&lt;titulo_unidad_formativa&gt;&quot;}">
            <a:extLst>
              <a:ext uri="{FF2B5EF4-FFF2-40B4-BE49-F238E27FC236}">
                <a16:creationId xmlns:a16="http://schemas.microsoft.com/office/drawing/2014/main" id="{0BDB0B8D-D5E8-4E0D-6F74-DC5E46717F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045" y="474561"/>
            <a:ext cx="6562845" cy="659757"/>
          </a:xfrm>
        </p:spPr>
        <p:txBody>
          <a:bodyPr anchor="t">
            <a:normAutofit/>
          </a:bodyPr>
          <a:lstStyle/>
          <a:p>
            <a:r>
              <a:rPr lang="es-ES" sz="28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Titulo de la Unidad Formativa</a:t>
            </a:r>
          </a:p>
        </p:txBody>
      </p:sp>
      <p:sp>
        <p:nvSpPr>
          <p:cNvPr id="4" name="Título 1" descr="{&quot;id&quot;:&quot;1&quot;,&quot;type&quot;:&quot;text&quot;,&quot;editable&quot;:&quot;False&quot;, &quot;format&quot;:&quot;&lt;asignatura&gt;&quot;}">
            <a:extLst>
              <a:ext uri="{FF2B5EF4-FFF2-40B4-BE49-F238E27FC236}">
                <a16:creationId xmlns:a16="http://schemas.microsoft.com/office/drawing/2014/main" id="{647D6B5D-73E5-DEAB-9546-A8502818861F}"/>
              </a:ext>
            </a:extLst>
          </p:cNvPr>
          <p:cNvSpPr txBox="1">
            <a:spLocks/>
          </p:cNvSpPr>
          <p:nvPr/>
        </p:nvSpPr>
        <p:spPr>
          <a:xfrm>
            <a:off x="64384" y="179407"/>
            <a:ext cx="1585732" cy="3414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0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Nombre Asignatura</a:t>
            </a:r>
          </a:p>
        </p:txBody>
      </p:sp>
      <p:sp>
        <p:nvSpPr>
          <p:cNvPr id="5" name="Título 1" descr="{&quot;id&quot;:&quot;2&quot;,&quot;type&quot;:&quot;text&quot;,&quot;editable&quot;:&quot;False&quot;, &quot;format&quot;:&quot;&lt;curso&gt;&quot;}">
            <a:extLst>
              <a:ext uri="{FF2B5EF4-FFF2-40B4-BE49-F238E27FC236}">
                <a16:creationId xmlns:a16="http://schemas.microsoft.com/office/drawing/2014/main" id="{4B1114F1-4BE9-93AF-89DB-A9591383A553}"/>
              </a:ext>
            </a:extLst>
          </p:cNvPr>
          <p:cNvSpPr txBox="1">
            <a:spLocks/>
          </p:cNvSpPr>
          <p:nvPr/>
        </p:nvSpPr>
        <p:spPr>
          <a:xfrm>
            <a:off x="2650601" y="179407"/>
            <a:ext cx="1585732" cy="3414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0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Curso Académico</a:t>
            </a:r>
          </a:p>
        </p:txBody>
      </p:sp>
      <p:pic>
        <p:nvPicPr>
          <p:cNvPr id="1028" name="Picture 4" descr="Ferrer Logo &amp; Brand Assets (SVG, PNG and vector) - Brandfetch">
            <a:extLst>
              <a:ext uri="{FF2B5EF4-FFF2-40B4-BE49-F238E27FC236}">
                <a16:creationId xmlns:a16="http://schemas.microsoft.com/office/drawing/2014/main" id="{5A87902E-EDA7-5E72-000F-4A051F508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7711" y="144742"/>
            <a:ext cx="318244" cy="318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7" descr="{&quot;id&quot;:&quot;5&quot;,&quot;type&quot;:&quot;text&quot;,&quot;editable&quot;:&quot;False&quot;, &quot;format&quot;:&quot;&lt;titulo_de_la_sección&gt;&quot;}">
            <a:extLst>
              <a:ext uri="{FF2B5EF4-FFF2-40B4-BE49-F238E27FC236}">
                <a16:creationId xmlns:a16="http://schemas.microsoft.com/office/drawing/2014/main" id="{2DBDF286-A99D-F5EA-DA94-F299468A583B}"/>
              </a:ext>
            </a:extLst>
          </p:cNvPr>
          <p:cNvSpPr txBox="1"/>
          <p:nvPr/>
        </p:nvSpPr>
        <p:spPr>
          <a:xfrm>
            <a:off x="505227" y="1397599"/>
            <a:ext cx="43173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rgbClr val="7EB900"/>
                </a:solidFill>
                <a:latin typeface="Century Gothic" panose="020B0502020202020204" pitchFamily="34" charset="0"/>
              </a:rPr>
              <a:t>X.Y.Z Título de la sección</a:t>
            </a:r>
            <a:endParaRPr lang="es-ES" sz="1200" dirty="0"/>
          </a:p>
        </p:txBody>
      </p:sp>
      <p:sp>
        <p:nvSpPr>
          <p:cNvPr id="10" name="CuadroTexto 9" descr="{&quot;id&quot;:&quot;6&quot;,&quot;type&quot;:&quot;text&quot;,&quot;editable&quot;:&quot;True&quot;, &quot;format&quot;:&quot;&lt;content&gt;&quot;}">
            <a:extLst>
              <a:ext uri="{FF2B5EF4-FFF2-40B4-BE49-F238E27FC236}">
                <a16:creationId xmlns:a16="http://schemas.microsoft.com/office/drawing/2014/main" id="{E50047F1-507A-AB0F-D1FA-0478A171FCFC}"/>
              </a:ext>
            </a:extLst>
          </p:cNvPr>
          <p:cNvSpPr txBox="1"/>
          <p:nvPr/>
        </p:nvSpPr>
        <p:spPr>
          <a:xfrm>
            <a:off x="3429000" y="1723387"/>
            <a:ext cx="2881588" cy="2839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050" dirty="0">
                <a:latin typeface="Century Gothic" panose="020B0502020202020204" pitchFamily="34" charset="0"/>
              </a:rPr>
              <a:t>Lorem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dolor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adipiscing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Praesent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consequat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mollis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vitae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aliquet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purus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mollis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fringilla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latin typeface="Century Gothic" panose="020B0502020202020204" pitchFamily="34" charset="0"/>
              </a:rPr>
              <a:t>porttitor</a:t>
            </a:r>
            <a:r>
              <a:rPr lang="es-ES" sz="1050" dirty="0">
                <a:latin typeface="Century Gothic" panose="020B0502020202020204" pitchFamily="34" charset="0"/>
              </a:rPr>
              <a:t> commodo </a:t>
            </a:r>
            <a:r>
              <a:rPr lang="es-ES" sz="1050" dirty="0" err="1">
                <a:latin typeface="Century Gothic" panose="020B0502020202020204" pitchFamily="34" charset="0"/>
              </a:rPr>
              <a:t>est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 id.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ornare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massa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 at </a:t>
            </a:r>
            <a:r>
              <a:rPr lang="es-ES" sz="1050" dirty="0" err="1"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augue</a:t>
            </a:r>
            <a:r>
              <a:rPr lang="es-ES" sz="1050" dirty="0">
                <a:latin typeface="Century Gothic" panose="020B0502020202020204" pitchFamily="34" charset="0"/>
              </a:rPr>
              <a:t> ut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hendrerit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et odio. Cras </a:t>
            </a:r>
            <a:r>
              <a:rPr lang="es-ES" sz="1050" dirty="0" err="1">
                <a:latin typeface="Century Gothic" panose="020B0502020202020204" pitchFamily="34" charset="0"/>
              </a:rPr>
              <a:t>aliquam</a:t>
            </a:r>
            <a:r>
              <a:rPr lang="es-ES" sz="1050" dirty="0">
                <a:latin typeface="Century Gothic" panose="020B0502020202020204" pitchFamily="34" charset="0"/>
              </a:rPr>
              <a:t> eros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mattis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Praesent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risus</a:t>
            </a:r>
            <a:r>
              <a:rPr lang="es-ES" sz="1050" dirty="0">
                <a:latin typeface="Century Gothic" panose="020B0502020202020204" pitchFamily="34" charset="0"/>
              </a:rPr>
              <a:t> neque, ac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augue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aliquam</a:t>
            </a:r>
            <a:r>
              <a:rPr lang="es-ES" sz="1050" dirty="0">
                <a:latin typeface="Century Gothic" panose="020B0502020202020204" pitchFamily="34" charset="0"/>
              </a:rPr>
              <a:t> vitae. Mauris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lacus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imperdiet</a:t>
            </a:r>
            <a:r>
              <a:rPr lang="es-ES" sz="1050" dirty="0">
                <a:latin typeface="Century Gothic" panose="020B0502020202020204" pitchFamily="34" charset="0"/>
              </a:rPr>
              <a:t> ut, pulvinar et </a:t>
            </a:r>
            <a:r>
              <a:rPr lang="es-ES" sz="1050" dirty="0" err="1">
                <a:latin typeface="Century Gothic" panose="020B0502020202020204" pitchFamily="34" charset="0"/>
              </a:rPr>
              <a:t>risus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Interdum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fames</a:t>
            </a:r>
            <a:r>
              <a:rPr lang="es-ES" sz="1050" dirty="0">
                <a:latin typeface="Century Gothic" panose="020B0502020202020204" pitchFamily="34" charset="0"/>
              </a:rPr>
              <a:t> ac ante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primis</a:t>
            </a:r>
            <a:r>
              <a:rPr lang="es-ES" sz="1050" dirty="0">
                <a:latin typeface="Century Gothic" panose="020B0502020202020204" pitchFamily="34" charset="0"/>
              </a:rPr>
              <a:t> in </a:t>
            </a:r>
            <a:r>
              <a:rPr lang="es-ES" sz="1050" dirty="0" err="1">
                <a:latin typeface="Century Gothic" panose="020B0502020202020204" pitchFamily="34" charset="0"/>
              </a:rPr>
              <a:t>faucibus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</a:p>
        </p:txBody>
      </p:sp>
      <p:sp>
        <p:nvSpPr>
          <p:cNvPr id="7" name="CuadroTexto 6" descr="{&quot;id&quot;:&quot;4&quot;,&quot;type&quot;:&quot;text&quot;,&quot;editable&quot;:&quot;False&quot;, &quot;format&quot;:&quot;&lt;titulo_del_capítulo&gt;&quot;}">
            <a:extLst>
              <a:ext uri="{FF2B5EF4-FFF2-40B4-BE49-F238E27FC236}">
                <a16:creationId xmlns:a16="http://schemas.microsoft.com/office/drawing/2014/main" id="{49C468CF-A065-34C3-E2C5-A03709DADBDD}"/>
              </a:ext>
            </a:extLst>
          </p:cNvPr>
          <p:cNvSpPr txBox="1"/>
          <p:nvPr/>
        </p:nvSpPr>
        <p:spPr>
          <a:xfrm>
            <a:off x="483454" y="1029485"/>
            <a:ext cx="4317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Título del Capítulo</a:t>
            </a:r>
            <a:endParaRPr lang="es-ES" sz="1600" dirty="0"/>
          </a:p>
        </p:txBody>
      </p:sp>
      <p:sp>
        <p:nvSpPr>
          <p:cNvPr id="3" name="CuadroTexto 2" descr="{&quot;id&quot;:&quot;8&quot;,&quot;type&quot;:&quot;sample&quot;,&quot;editable&quot;:&quot;True&quot;, &quot;format&quot;:&quot;&lt;content&gt;&quot;}">
            <a:extLst>
              <a:ext uri="{FF2B5EF4-FFF2-40B4-BE49-F238E27FC236}">
                <a16:creationId xmlns:a16="http://schemas.microsoft.com/office/drawing/2014/main" id="{0B269DD3-FD90-3EC9-9D05-23C4DCB9238B}"/>
              </a:ext>
            </a:extLst>
          </p:cNvPr>
          <p:cNvSpPr txBox="1"/>
          <p:nvPr/>
        </p:nvSpPr>
        <p:spPr>
          <a:xfrm>
            <a:off x="508610" y="7519903"/>
            <a:ext cx="580197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Donec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at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ipsum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augue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Lorem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ipsum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dolor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sit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amet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adipiscing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elit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Nulla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at justo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eget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elit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gravida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vel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et libero.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Suspendisse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ut eros tortor.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Proin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at odio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nisl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Pellentesque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feugiat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lorem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volutpat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Donec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ac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tortor,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suscipit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odio.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Donec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dui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lacus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In tortor mauris,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imperdiet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eu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consequat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arcu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fermentum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justo,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volutpat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lectus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sagittis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ac.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Fusce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posuere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orci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sit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amet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hendrerit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sagittis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orci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mauris lacinia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sapien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, ac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velit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odio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ante.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Duis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eu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nisi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gravida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nisl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at,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venenatis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nunc.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a nunc leo.</a:t>
            </a:r>
          </a:p>
        </p:txBody>
      </p:sp>
      <p:pic>
        <p:nvPicPr>
          <p:cNvPr id="9" name="Picture 4" descr="{&quot;id&quot;:&quot;10&quot;,&quot;type&quot;:&quot;image&quot;,&quot;editable&quot;:&quot;True&quot;}">
            <a:extLst>
              <a:ext uri="{FF2B5EF4-FFF2-40B4-BE49-F238E27FC236}">
                <a16:creationId xmlns:a16="http://schemas.microsoft.com/office/drawing/2014/main" id="{EC365CFF-2EFB-E3F0-8285-F1D9D25FBA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326" y="1876663"/>
            <a:ext cx="2815389" cy="261237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 descr="{&quot;id&quot;:&quot;11&quot;,&quot;type&quot;:&quot;text&quot;,&quot;editable&quot;:&quot;True&quot;, &quot;format&quot;:&quot;&lt;content&gt;&quot;}">
            <a:extLst>
              <a:ext uri="{FF2B5EF4-FFF2-40B4-BE49-F238E27FC236}">
                <a16:creationId xmlns:a16="http://schemas.microsoft.com/office/drawing/2014/main" id="{48EB4F0C-3194-8DCF-FB00-3B1B2940168F}"/>
              </a:ext>
            </a:extLst>
          </p:cNvPr>
          <p:cNvSpPr txBox="1"/>
          <p:nvPr/>
        </p:nvSpPr>
        <p:spPr>
          <a:xfrm>
            <a:off x="505227" y="4621645"/>
            <a:ext cx="2815389" cy="2839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050" dirty="0" err="1">
                <a:latin typeface="Century Gothic" panose="020B0502020202020204" pitchFamily="34" charset="0"/>
              </a:rPr>
              <a:t>Suspendisse</a:t>
            </a:r>
            <a:r>
              <a:rPr lang="es-ES" sz="1050" dirty="0">
                <a:latin typeface="Century Gothic" panose="020B0502020202020204" pitchFamily="34" charset="0"/>
              </a:rPr>
              <a:t> ac </a:t>
            </a:r>
            <a:r>
              <a:rPr lang="es-ES" sz="1050" dirty="0" err="1">
                <a:latin typeface="Century Gothic" panose="020B0502020202020204" pitchFamily="34" charset="0"/>
              </a:rPr>
              <a:t>velit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odio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ultricies</a:t>
            </a:r>
            <a:r>
              <a:rPr lang="es-ES" sz="1050" dirty="0">
                <a:latin typeface="Century Gothic" panose="020B0502020202020204" pitchFamily="34" charset="0"/>
              </a:rPr>
              <a:t> non </a:t>
            </a:r>
            <a:r>
              <a:rPr lang="es-ES" sz="1050" dirty="0" err="1">
                <a:latin typeface="Century Gothic" panose="020B0502020202020204" pitchFamily="34" charset="0"/>
              </a:rPr>
              <a:t>nec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metus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Nam</a:t>
            </a:r>
            <a:r>
              <a:rPr lang="es-ES" sz="1050" dirty="0">
                <a:latin typeface="Century Gothic" panose="020B0502020202020204" pitchFamily="34" charset="0"/>
              </a:rPr>
              <a:t> vitae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tellus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Aenean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elementum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eleifend</a:t>
            </a:r>
            <a:r>
              <a:rPr lang="es-ES" sz="1050" dirty="0">
                <a:latin typeface="Century Gothic" panose="020B0502020202020204" pitchFamily="34" charset="0"/>
              </a:rPr>
              <a:t> justo, </a:t>
            </a:r>
            <a:r>
              <a:rPr lang="es-ES" sz="1050" dirty="0" err="1">
                <a:latin typeface="Century Gothic" panose="020B0502020202020204" pitchFamily="34" charset="0"/>
              </a:rPr>
              <a:t>varius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mattis</a:t>
            </a:r>
            <a:r>
              <a:rPr lang="es-ES" sz="1050" dirty="0">
                <a:latin typeface="Century Gothic" panose="020B0502020202020204" pitchFamily="34" charset="0"/>
              </a:rPr>
              <a:t> neque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tortor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tellus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egestas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congue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nec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varius</a:t>
            </a:r>
            <a:r>
              <a:rPr lang="es-ES" sz="1050" dirty="0">
                <a:latin typeface="Century Gothic" panose="020B0502020202020204" pitchFamily="34" charset="0"/>
              </a:rPr>
              <a:t> ex.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mi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dictum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facilisis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accumsan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posuere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. Nunc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volutpat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. Mauris </a:t>
            </a:r>
            <a:r>
              <a:rPr lang="es-ES" sz="1050" dirty="0" err="1">
                <a:latin typeface="Century Gothic" panose="020B0502020202020204" pitchFamily="34" charset="0"/>
              </a:rPr>
              <a:t>semper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massa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justo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purus</a:t>
            </a:r>
            <a:r>
              <a:rPr lang="es-ES" sz="1050" dirty="0">
                <a:latin typeface="Century Gothic" panose="020B0502020202020204" pitchFamily="34" charset="0"/>
              </a:rPr>
              <a:t>, vitae </a:t>
            </a:r>
            <a:r>
              <a:rPr lang="es-ES" sz="1050" dirty="0" err="1">
                <a:latin typeface="Century Gothic" panose="020B0502020202020204" pitchFamily="34" charset="0"/>
              </a:rPr>
              <a:t>luctus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velit</a:t>
            </a:r>
            <a:r>
              <a:rPr lang="es-ES" sz="1050" dirty="0">
                <a:latin typeface="Century Gothic" panose="020B0502020202020204" pitchFamily="34" charset="0"/>
              </a:rPr>
              <a:t>. Ut </a:t>
            </a:r>
            <a:r>
              <a:rPr lang="es-ES" sz="1050" dirty="0" err="1">
                <a:latin typeface="Century Gothic" panose="020B0502020202020204" pitchFamily="34" charset="0"/>
              </a:rPr>
              <a:t>ut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faucibus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Aenean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scelerisque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lectus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arcu</a:t>
            </a:r>
            <a:r>
              <a:rPr lang="es-ES" sz="1050" dirty="0">
                <a:latin typeface="Century Gothic" panose="020B0502020202020204" pitchFamily="34" charset="0"/>
              </a:rPr>
              <a:t> auctor </a:t>
            </a:r>
            <a:r>
              <a:rPr lang="es-ES" sz="1050" dirty="0" err="1">
                <a:latin typeface="Century Gothic" panose="020B0502020202020204" pitchFamily="34" charset="0"/>
              </a:rPr>
              <a:t>blandit</a:t>
            </a:r>
            <a:r>
              <a:rPr lang="es-ES" sz="1050" dirty="0">
                <a:latin typeface="Century Gothic" panose="020B0502020202020204" pitchFamily="34" charset="0"/>
              </a:rPr>
              <a:t>. Nunc id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feugiat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bibendum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at, </a:t>
            </a:r>
            <a:r>
              <a:rPr lang="es-ES" sz="1050" dirty="0" err="1">
                <a:latin typeface="Century Gothic" panose="020B0502020202020204" pitchFamily="34" charset="0"/>
              </a:rPr>
              <a:t>bibendum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Suspendisse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felis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gravida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viverra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Proin</a:t>
            </a:r>
            <a:r>
              <a:rPr lang="es-ES" sz="1050" dirty="0">
                <a:latin typeface="Century Gothic" panose="020B0502020202020204" pitchFamily="34" charset="0"/>
              </a:rPr>
              <a:t> porta neque in </a:t>
            </a:r>
            <a:r>
              <a:rPr lang="es-ES" sz="1050" dirty="0" err="1">
                <a:latin typeface="Century Gothic" panose="020B0502020202020204" pitchFamily="34" charset="0"/>
              </a:rPr>
              <a:t>venenatis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lobortis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</a:p>
        </p:txBody>
      </p:sp>
      <p:pic>
        <p:nvPicPr>
          <p:cNvPr id="11" name="Picture 4" descr="{&quot;id&quot;:&quot;9&quot;,&quot;type&quot;:&quot;image&quot;,&quot;editable&quot;:&quot;True&quot;}">
            <a:extLst>
              <a:ext uri="{FF2B5EF4-FFF2-40B4-BE49-F238E27FC236}">
                <a16:creationId xmlns:a16="http://schemas.microsoft.com/office/drawing/2014/main" id="{C878EDC9-476E-A9B3-A612-CDB8DD8581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3116" y="4686931"/>
            <a:ext cx="2815389" cy="261237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ítulo 1" descr="{&quot;id&quot;:&quot;7&quot;,&quot;type&quot;:&quot;text&quot;,&quot;editable&quot;:&quot;False&quot;, &quot;format&quot;:&quot;Pagina &lt;numero_pagina&gt;&quot;}">
            <a:extLst>
              <a:ext uri="{FF2B5EF4-FFF2-40B4-BE49-F238E27FC236}">
                <a16:creationId xmlns:a16="http://schemas.microsoft.com/office/drawing/2014/main" id="{3AD295D1-4A5F-5FE0-81F3-B3A26C880813}"/>
              </a:ext>
            </a:extLst>
          </p:cNvPr>
          <p:cNvSpPr txBox="1">
            <a:spLocks/>
          </p:cNvSpPr>
          <p:nvPr/>
        </p:nvSpPr>
        <p:spPr>
          <a:xfrm>
            <a:off x="5272268" y="9564546"/>
            <a:ext cx="1585732" cy="3414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0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Página X</a:t>
            </a:r>
          </a:p>
        </p:txBody>
      </p:sp>
    </p:spTree>
    <p:extLst>
      <p:ext uri="{BB962C8B-B14F-4D97-AF65-F5344CB8AC3E}">
        <p14:creationId xmlns:p14="http://schemas.microsoft.com/office/powerpoint/2010/main" val="675517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BE2E4-B86E-F91B-26B7-B55AD17A3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descr="{&quot;id&quot;:&quot;3&quot;,&quot;type&quot;:&quot;text&quot;,&quot;editable&quot;:&quot;False&quot;, &quot;format&quot;:&quot;&lt;titulo_unidad_formativa&gt;&quot;}">
            <a:extLst>
              <a:ext uri="{FF2B5EF4-FFF2-40B4-BE49-F238E27FC236}">
                <a16:creationId xmlns:a16="http://schemas.microsoft.com/office/drawing/2014/main" id="{60DD4936-A255-3ECC-AF6A-37CF049B68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045" y="474561"/>
            <a:ext cx="6562845" cy="659757"/>
          </a:xfrm>
        </p:spPr>
        <p:txBody>
          <a:bodyPr anchor="t">
            <a:normAutofit/>
          </a:bodyPr>
          <a:lstStyle/>
          <a:p>
            <a:r>
              <a:rPr lang="es-ES" sz="28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Titulo de la Unidad Formativa</a:t>
            </a:r>
          </a:p>
        </p:txBody>
      </p:sp>
      <p:sp>
        <p:nvSpPr>
          <p:cNvPr id="4" name="Título 1" descr="{&quot;id&quot;:&quot;1&quot;,&quot;type&quot;:&quot;text&quot;,&quot;editable&quot;:&quot;False&quot;, &quot;format&quot;:&quot;&lt;asignatura&gt;&quot;}">
            <a:extLst>
              <a:ext uri="{FF2B5EF4-FFF2-40B4-BE49-F238E27FC236}">
                <a16:creationId xmlns:a16="http://schemas.microsoft.com/office/drawing/2014/main" id="{6E9A3F93-862A-FDC0-CF7B-B319EB0150C0}"/>
              </a:ext>
            </a:extLst>
          </p:cNvPr>
          <p:cNvSpPr txBox="1">
            <a:spLocks/>
          </p:cNvSpPr>
          <p:nvPr/>
        </p:nvSpPr>
        <p:spPr>
          <a:xfrm>
            <a:off x="64384" y="179407"/>
            <a:ext cx="1585732" cy="3414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0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Nombre Asignatura</a:t>
            </a:r>
          </a:p>
        </p:txBody>
      </p:sp>
      <p:sp>
        <p:nvSpPr>
          <p:cNvPr id="5" name="Título 1" descr="{&quot;id&quot;:&quot;2&quot;,&quot;type&quot;:&quot;text&quot;,&quot;editable&quot;:&quot;False&quot;, &quot;format&quot;:&quot;&lt;curso&gt;&quot;}">
            <a:extLst>
              <a:ext uri="{FF2B5EF4-FFF2-40B4-BE49-F238E27FC236}">
                <a16:creationId xmlns:a16="http://schemas.microsoft.com/office/drawing/2014/main" id="{F12018B4-7C36-321C-0A84-E65B09A60814}"/>
              </a:ext>
            </a:extLst>
          </p:cNvPr>
          <p:cNvSpPr txBox="1">
            <a:spLocks/>
          </p:cNvSpPr>
          <p:nvPr/>
        </p:nvSpPr>
        <p:spPr>
          <a:xfrm>
            <a:off x="2650601" y="179407"/>
            <a:ext cx="1585732" cy="3414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0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Curso Académico</a:t>
            </a:r>
          </a:p>
        </p:txBody>
      </p:sp>
      <p:pic>
        <p:nvPicPr>
          <p:cNvPr id="1028" name="Picture 4" descr="Ferrer Logo &amp; Brand Assets (SVG, PNG and vector) - Brandfetch">
            <a:extLst>
              <a:ext uri="{FF2B5EF4-FFF2-40B4-BE49-F238E27FC236}">
                <a16:creationId xmlns:a16="http://schemas.microsoft.com/office/drawing/2014/main" id="{35DE24DA-A360-CB17-B5F2-E06E74C21C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7711" y="144742"/>
            <a:ext cx="318244" cy="318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7" descr="{&quot;id&quot;:&quot;5&quot;,&quot;type&quot;:&quot;text&quot;,&quot;editable&quot;:&quot;False&quot;, &quot;format&quot;:&quot;&lt;titulo_de_la_sección&gt;&quot;}">
            <a:extLst>
              <a:ext uri="{FF2B5EF4-FFF2-40B4-BE49-F238E27FC236}">
                <a16:creationId xmlns:a16="http://schemas.microsoft.com/office/drawing/2014/main" id="{9F12B4D8-4FFA-85B3-4659-D07693FC2DEB}"/>
              </a:ext>
            </a:extLst>
          </p:cNvPr>
          <p:cNvSpPr txBox="1"/>
          <p:nvPr/>
        </p:nvSpPr>
        <p:spPr>
          <a:xfrm>
            <a:off x="505227" y="1397599"/>
            <a:ext cx="43173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rgbClr val="7EB900"/>
                </a:solidFill>
                <a:latin typeface="Century Gothic" panose="020B0502020202020204" pitchFamily="34" charset="0"/>
              </a:rPr>
              <a:t>Título de la sección</a:t>
            </a:r>
            <a:endParaRPr lang="es-ES" sz="1200" dirty="0"/>
          </a:p>
        </p:txBody>
      </p:sp>
      <p:sp>
        <p:nvSpPr>
          <p:cNvPr id="10" name="CuadroTexto 9" descr="{&quot;id&quot;:&quot;6&quot;,&quot;type&quot;:&quot;text&quot;,&quot;editable&quot;:&quot;True&quot;, &quot;format&quot;:&quot;&lt;content&gt;&quot;}">
            <a:extLst>
              <a:ext uri="{FF2B5EF4-FFF2-40B4-BE49-F238E27FC236}">
                <a16:creationId xmlns:a16="http://schemas.microsoft.com/office/drawing/2014/main" id="{94B275B6-0897-5E18-4081-BB21C90DD8AE}"/>
              </a:ext>
            </a:extLst>
          </p:cNvPr>
          <p:cNvSpPr txBox="1"/>
          <p:nvPr/>
        </p:nvSpPr>
        <p:spPr>
          <a:xfrm>
            <a:off x="3429000" y="1723387"/>
            <a:ext cx="2881588" cy="2839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050" dirty="0">
                <a:latin typeface="Century Gothic" panose="020B0502020202020204" pitchFamily="34" charset="0"/>
              </a:rPr>
              <a:t>Lorem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dolor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adipiscing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Praesent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consequat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mollis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vitae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aliquet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purus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mollis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fringilla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latin typeface="Century Gothic" panose="020B0502020202020204" pitchFamily="34" charset="0"/>
              </a:rPr>
              <a:t>porttitor</a:t>
            </a:r>
            <a:r>
              <a:rPr lang="es-ES" sz="1050" dirty="0">
                <a:latin typeface="Century Gothic" panose="020B0502020202020204" pitchFamily="34" charset="0"/>
              </a:rPr>
              <a:t> commodo </a:t>
            </a:r>
            <a:r>
              <a:rPr lang="es-ES" sz="1050" dirty="0" err="1">
                <a:latin typeface="Century Gothic" panose="020B0502020202020204" pitchFamily="34" charset="0"/>
              </a:rPr>
              <a:t>est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 id.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ornare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massa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 at </a:t>
            </a:r>
            <a:r>
              <a:rPr lang="es-ES" sz="1050" dirty="0" err="1"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augue</a:t>
            </a:r>
            <a:r>
              <a:rPr lang="es-ES" sz="1050" dirty="0">
                <a:latin typeface="Century Gothic" panose="020B0502020202020204" pitchFamily="34" charset="0"/>
              </a:rPr>
              <a:t> ut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hendrerit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et odio. Cras </a:t>
            </a:r>
            <a:r>
              <a:rPr lang="es-ES" sz="1050" dirty="0" err="1">
                <a:latin typeface="Century Gothic" panose="020B0502020202020204" pitchFamily="34" charset="0"/>
              </a:rPr>
              <a:t>aliquam</a:t>
            </a:r>
            <a:r>
              <a:rPr lang="es-ES" sz="1050" dirty="0">
                <a:latin typeface="Century Gothic" panose="020B0502020202020204" pitchFamily="34" charset="0"/>
              </a:rPr>
              <a:t> eros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mattis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Praesent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risus</a:t>
            </a:r>
            <a:r>
              <a:rPr lang="es-ES" sz="1050" dirty="0">
                <a:latin typeface="Century Gothic" panose="020B0502020202020204" pitchFamily="34" charset="0"/>
              </a:rPr>
              <a:t> neque, ac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augue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aliquam</a:t>
            </a:r>
            <a:r>
              <a:rPr lang="es-ES" sz="1050" dirty="0">
                <a:latin typeface="Century Gothic" panose="020B0502020202020204" pitchFamily="34" charset="0"/>
              </a:rPr>
              <a:t> vitae. Mauris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lacus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imperdiet</a:t>
            </a:r>
            <a:r>
              <a:rPr lang="es-ES" sz="1050" dirty="0">
                <a:latin typeface="Century Gothic" panose="020B0502020202020204" pitchFamily="34" charset="0"/>
              </a:rPr>
              <a:t> ut, pulvinar et </a:t>
            </a:r>
            <a:r>
              <a:rPr lang="es-ES" sz="1050" dirty="0" err="1">
                <a:latin typeface="Century Gothic" panose="020B0502020202020204" pitchFamily="34" charset="0"/>
              </a:rPr>
              <a:t>risus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Interdum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fames</a:t>
            </a:r>
            <a:r>
              <a:rPr lang="es-ES" sz="1050" dirty="0">
                <a:latin typeface="Century Gothic" panose="020B0502020202020204" pitchFamily="34" charset="0"/>
              </a:rPr>
              <a:t> ac ante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primis</a:t>
            </a:r>
            <a:r>
              <a:rPr lang="es-ES" sz="1050" dirty="0">
                <a:latin typeface="Century Gothic" panose="020B0502020202020204" pitchFamily="34" charset="0"/>
              </a:rPr>
              <a:t> in </a:t>
            </a:r>
            <a:r>
              <a:rPr lang="es-ES" sz="1050" dirty="0" err="1">
                <a:latin typeface="Century Gothic" panose="020B0502020202020204" pitchFamily="34" charset="0"/>
              </a:rPr>
              <a:t>faucibus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</a:p>
        </p:txBody>
      </p:sp>
      <p:sp>
        <p:nvSpPr>
          <p:cNvPr id="7" name="CuadroTexto 6" descr="{&quot;id&quot;:&quot;4&quot;,&quot;type&quot;:&quot;text&quot;,&quot;editable&quot;:&quot;False&quot;, &quot;format&quot;:&quot;&lt;titulo_del_capítulo&gt;&quot;}">
            <a:extLst>
              <a:ext uri="{FF2B5EF4-FFF2-40B4-BE49-F238E27FC236}">
                <a16:creationId xmlns:a16="http://schemas.microsoft.com/office/drawing/2014/main" id="{A1E9DB05-2647-EA40-AC44-49F6098AB98E}"/>
              </a:ext>
            </a:extLst>
          </p:cNvPr>
          <p:cNvSpPr txBox="1"/>
          <p:nvPr/>
        </p:nvSpPr>
        <p:spPr>
          <a:xfrm>
            <a:off x="483454" y="1029485"/>
            <a:ext cx="4317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Título del Capítulo</a:t>
            </a:r>
            <a:endParaRPr lang="es-ES" sz="1600" dirty="0"/>
          </a:p>
        </p:txBody>
      </p:sp>
      <p:sp>
        <p:nvSpPr>
          <p:cNvPr id="3" name="CuadroTexto 2" descr="{&quot;id&quot;:&quot;8&quot;,&quot;type&quot;:&quot;text&quot;,&quot;editable&quot;:&quot;True&quot;, &quot;format&quot;:&quot;&lt;content&gt;&quot;}">
            <a:extLst>
              <a:ext uri="{FF2B5EF4-FFF2-40B4-BE49-F238E27FC236}">
                <a16:creationId xmlns:a16="http://schemas.microsoft.com/office/drawing/2014/main" id="{78BD1A1F-35AE-8948-A4CF-8AC2F215354E}"/>
              </a:ext>
            </a:extLst>
          </p:cNvPr>
          <p:cNvSpPr txBox="1"/>
          <p:nvPr/>
        </p:nvSpPr>
        <p:spPr>
          <a:xfrm>
            <a:off x="508610" y="7519903"/>
            <a:ext cx="580197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defRPr sz="1050">
                <a:latin typeface="Century Gothic" panose="020B0502020202020204" pitchFamily="34" charset="0"/>
              </a:defRPr>
            </a:lvl1pPr>
          </a:lstStyle>
          <a:p>
            <a:r>
              <a:rPr lang="es-ES" dirty="0" err="1"/>
              <a:t>Donec</a:t>
            </a:r>
            <a:r>
              <a:rPr lang="es-ES" dirty="0"/>
              <a:t> at </a:t>
            </a:r>
            <a:r>
              <a:rPr lang="es-ES" dirty="0" err="1"/>
              <a:t>ipsum</a:t>
            </a:r>
            <a:r>
              <a:rPr lang="es-ES" dirty="0"/>
              <a:t> </a:t>
            </a:r>
            <a:r>
              <a:rPr lang="es-ES" dirty="0" err="1"/>
              <a:t>augue</a:t>
            </a:r>
            <a:r>
              <a:rPr lang="es-ES" dirty="0"/>
              <a:t>. Lorem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 </a:t>
            </a:r>
            <a:r>
              <a:rPr lang="es-ES" dirty="0" err="1"/>
              <a:t>Nulla</a:t>
            </a:r>
            <a:r>
              <a:rPr lang="es-ES" dirty="0"/>
              <a:t> at justo </a:t>
            </a:r>
            <a:r>
              <a:rPr lang="es-ES" dirty="0" err="1"/>
              <a:t>eget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gravida</a:t>
            </a:r>
            <a:r>
              <a:rPr lang="es-ES" dirty="0"/>
              <a:t>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et libero. </a:t>
            </a:r>
            <a:r>
              <a:rPr lang="es-ES" dirty="0" err="1"/>
              <a:t>Suspendisse</a:t>
            </a:r>
            <a:r>
              <a:rPr lang="es-ES" dirty="0"/>
              <a:t> ut eros tortor. </a:t>
            </a:r>
            <a:r>
              <a:rPr lang="es-ES" dirty="0" err="1"/>
              <a:t>Proin</a:t>
            </a:r>
            <a:r>
              <a:rPr lang="es-ES" dirty="0"/>
              <a:t> at odio </a:t>
            </a:r>
            <a:r>
              <a:rPr lang="es-ES" dirty="0" err="1"/>
              <a:t>nisl</a:t>
            </a:r>
            <a:r>
              <a:rPr lang="es-ES" dirty="0"/>
              <a:t>. </a:t>
            </a:r>
            <a:r>
              <a:rPr lang="es-ES" dirty="0" err="1"/>
              <a:t>Pellentesque</a:t>
            </a:r>
            <a:r>
              <a:rPr lang="es-ES" dirty="0"/>
              <a:t> </a:t>
            </a:r>
            <a:r>
              <a:rPr lang="es-ES" dirty="0" err="1"/>
              <a:t>tempus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lorem</a:t>
            </a:r>
            <a:r>
              <a:rPr lang="es-ES" dirty="0"/>
              <a:t> a </a:t>
            </a:r>
            <a:r>
              <a:rPr lang="es-ES" dirty="0" err="1"/>
              <a:t>volutpat</a:t>
            </a:r>
            <a:r>
              <a:rPr lang="es-ES" dirty="0"/>
              <a:t>. </a:t>
            </a:r>
            <a:r>
              <a:rPr lang="es-ES" dirty="0" err="1"/>
              <a:t>Donec</a:t>
            </a:r>
            <a:r>
              <a:rPr lang="es-ES" dirty="0"/>
              <a:t> ac </a:t>
            </a:r>
            <a:r>
              <a:rPr lang="es-ES" dirty="0" err="1"/>
              <a:t>vulputate</a:t>
            </a:r>
            <a:r>
              <a:rPr lang="es-ES" dirty="0"/>
              <a:t> tortor,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laoreet</a:t>
            </a:r>
            <a:r>
              <a:rPr lang="es-ES" dirty="0"/>
              <a:t> odio. </a:t>
            </a:r>
            <a:r>
              <a:rPr lang="es-ES" dirty="0" err="1"/>
              <a:t>Donec</a:t>
            </a:r>
            <a:r>
              <a:rPr lang="es-ES" dirty="0"/>
              <a:t> a </a:t>
            </a:r>
            <a:r>
              <a:rPr lang="es-ES" dirty="0" err="1"/>
              <a:t>dui</a:t>
            </a:r>
            <a:r>
              <a:rPr lang="es-ES" dirty="0"/>
              <a:t> a </a:t>
            </a:r>
            <a:r>
              <a:rPr lang="es-ES" dirty="0" err="1"/>
              <a:t>lacus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 </a:t>
            </a:r>
            <a:r>
              <a:rPr lang="es-ES" dirty="0" err="1"/>
              <a:t>vestibulum</a:t>
            </a:r>
            <a:r>
              <a:rPr lang="es-ES" dirty="0"/>
              <a:t>. In tortor mauris, </a:t>
            </a:r>
            <a:r>
              <a:rPr lang="es-ES" dirty="0" err="1"/>
              <a:t>finibus</a:t>
            </a:r>
            <a:r>
              <a:rPr lang="es-ES" dirty="0"/>
              <a:t> id </a:t>
            </a:r>
            <a:r>
              <a:rPr lang="es-ES" dirty="0" err="1"/>
              <a:t>imperdiet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, </a:t>
            </a:r>
            <a:r>
              <a:rPr lang="es-ES" dirty="0" err="1"/>
              <a:t>consequat</a:t>
            </a:r>
            <a:r>
              <a:rPr lang="es-ES" dirty="0"/>
              <a:t> id </a:t>
            </a:r>
            <a:r>
              <a:rPr lang="es-ES" dirty="0" err="1"/>
              <a:t>arcu</a:t>
            </a:r>
            <a:r>
              <a:rPr lang="es-ES" dirty="0"/>
              <a:t>. </a:t>
            </a:r>
            <a:r>
              <a:rPr lang="es-ES" dirty="0" err="1"/>
              <a:t>Integer</a:t>
            </a:r>
            <a:r>
              <a:rPr lang="es-ES" dirty="0"/>
              <a:t> </a:t>
            </a:r>
            <a:r>
              <a:rPr lang="es-ES" dirty="0" err="1"/>
              <a:t>fermentum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justo, </a:t>
            </a:r>
            <a:r>
              <a:rPr lang="es-ES" dirty="0" err="1"/>
              <a:t>volutpat</a:t>
            </a:r>
            <a:r>
              <a:rPr lang="es-ES" dirty="0"/>
              <a:t> </a:t>
            </a:r>
            <a:r>
              <a:rPr lang="es-ES" dirty="0" err="1"/>
              <a:t>cursus</a:t>
            </a:r>
            <a:r>
              <a:rPr lang="es-ES" dirty="0"/>
              <a:t> </a:t>
            </a:r>
            <a:r>
              <a:rPr lang="es-ES" dirty="0" err="1"/>
              <a:t>lectus</a:t>
            </a:r>
            <a:r>
              <a:rPr lang="es-ES" dirty="0"/>
              <a:t> </a:t>
            </a:r>
            <a:r>
              <a:rPr lang="es-ES" dirty="0" err="1"/>
              <a:t>sagittis</a:t>
            </a:r>
            <a:r>
              <a:rPr lang="es-ES" dirty="0"/>
              <a:t> ac.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posuere</a:t>
            </a:r>
            <a:r>
              <a:rPr lang="es-ES" dirty="0"/>
              <a:t>, </a:t>
            </a:r>
            <a:r>
              <a:rPr lang="es-ES" dirty="0" err="1"/>
              <a:t>orci</a:t>
            </a:r>
            <a:r>
              <a:rPr lang="es-ES" dirty="0"/>
              <a:t>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</a:t>
            </a:r>
            <a:r>
              <a:rPr lang="es-ES" dirty="0" err="1"/>
              <a:t>sagittis</a:t>
            </a:r>
            <a:r>
              <a:rPr lang="es-ES" dirty="0"/>
              <a:t>, </a:t>
            </a:r>
            <a:r>
              <a:rPr lang="es-ES" dirty="0" err="1"/>
              <a:t>orci</a:t>
            </a:r>
            <a:r>
              <a:rPr lang="es-ES" dirty="0"/>
              <a:t> mauris lacinia </a:t>
            </a:r>
            <a:r>
              <a:rPr lang="es-ES" dirty="0" err="1"/>
              <a:t>sapien</a:t>
            </a:r>
            <a:r>
              <a:rPr lang="es-ES" dirty="0"/>
              <a:t>, ac </a:t>
            </a:r>
            <a:r>
              <a:rPr lang="es-ES" dirty="0" err="1"/>
              <a:t>pharetra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odio </a:t>
            </a:r>
            <a:r>
              <a:rPr lang="es-ES" dirty="0" err="1"/>
              <a:t>pharetra</a:t>
            </a:r>
            <a:r>
              <a:rPr lang="es-ES" dirty="0"/>
              <a:t> ante. </a:t>
            </a:r>
            <a:r>
              <a:rPr lang="es-ES" dirty="0" err="1"/>
              <a:t>Duis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nisi</a:t>
            </a:r>
            <a:r>
              <a:rPr lang="es-ES" dirty="0"/>
              <a:t> </a:t>
            </a:r>
            <a:r>
              <a:rPr lang="es-ES" dirty="0" err="1"/>
              <a:t>condimentum</a:t>
            </a:r>
            <a:r>
              <a:rPr lang="es-ES" dirty="0"/>
              <a:t>, </a:t>
            </a:r>
            <a:r>
              <a:rPr lang="es-ES" dirty="0" err="1"/>
              <a:t>gravida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at, </a:t>
            </a:r>
            <a:r>
              <a:rPr lang="es-ES" dirty="0" err="1"/>
              <a:t>venenatis</a:t>
            </a:r>
            <a:r>
              <a:rPr lang="es-ES" dirty="0"/>
              <a:t> nunc. </a:t>
            </a:r>
            <a:r>
              <a:rPr lang="es-ES" dirty="0" err="1"/>
              <a:t>Integer</a:t>
            </a:r>
            <a:r>
              <a:rPr lang="es-ES" dirty="0"/>
              <a:t> a nunc leo.</a:t>
            </a:r>
          </a:p>
        </p:txBody>
      </p:sp>
      <p:pic>
        <p:nvPicPr>
          <p:cNvPr id="9" name="Picture 4" descr="{&quot;id&quot;:&quot;10&quot;,&quot;type&quot;:&quot;image&quot;,&quot;editable&quot;:&quot;True&quot;}">
            <a:extLst>
              <a:ext uri="{FF2B5EF4-FFF2-40B4-BE49-F238E27FC236}">
                <a16:creationId xmlns:a16="http://schemas.microsoft.com/office/drawing/2014/main" id="{9F6C76C4-C393-BE5E-F08B-86CE0ACF8E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326" y="1876663"/>
            <a:ext cx="2815389" cy="261237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 descr="{&quot;id&quot;:&quot;11&quot;,&quot;type&quot;:&quot;text&quot;,&quot;editable&quot;:&quot;True&quot;, &quot;format&quot;:&quot;&lt;content&gt;&quot;}">
            <a:extLst>
              <a:ext uri="{FF2B5EF4-FFF2-40B4-BE49-F238E27FC236}">
                <a16:creationId xmlns:a16="http://schemas.microsoft.com/office/drawing/2014/main" id="{CBAE707B-F8FC-7003-DD87-6791C89D5CC2}"/>
              </a:ext>
            </a:extLst>
          </p:cNvPr>
          <p:cNvSpPr txBox="1"/>
          <p:nvPr/>
        </p:nvSpPr>
        <p:spPr>
          <a:xfrm>
            <a:off x="505227" y="4621645"/>
            <a:ext cx="2815389" cy="2839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050" dirty="0" err="1">
                <a:latin typeface="Century Gothic" panose="020B0502020202020204" pitchFamily="34" charset="0"/>
              </a:rPr>
              <a:t>Suspendisse</a:t>
            </a:r>
            <a:r>
              <a:rPr lang="es-ES" sz="1050" dirty="0">
                <a:latin typeface="Century Gothic" panose="020B0502020202020204" pitchFamily="34" charset="0"/>
              </a:rPr>
              <a:t> ac </a:t>
            </a:r>
            <a:r>
              <a:rPr lang="es-ES" sz="1050" dirty="0" err="1">
                <a:latin typeface="Century Gothic" panose="020B0502020202020204" pitchFamily="34" charset="0"/>
              </a:rPr>
              <a:t>velit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odio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ultricies</a:t>
            </a:r>
            <a:r>
              <a:rPr lang="es-ES" sz="1050" dirty="0">
                <a:latin typeface="Century Gothic" panose="020B0502020202020204" pitchFamily="34" charset="0"/>
              </a:rPr>
              <a:t> non </a:t>
            </a:r>
            <a:r>
              <a:rPr lang="es-ES" sz="1050" dirty="0" err="1">
                <a:latin typeface="Century Gothic" panose="020B0502020202020204" pitchFamily="34" charset="0"/>
              </a:rPr>
              <a:t>nec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metus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Nam</a:t>
            </a:r>
            <a:r>
              <a:rPr lang="es-ES" sz="1050" dirty="0">
                <a:latin typeface="Century Gothic" panose="020B0502020202020204" pitchFamily="34" charset="0"/>
              </a:rPr>
              <a:t> vitae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tellus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Aenean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elementum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eleifend</a:t>
            </a:r>
            <a:r>
              <a:rPr lang="es-ES" sz="1050" dirty="0">
                <a:latin typeface="Century Gothic" panose="020B0502020202020204" pitchFamily="34" charset="0"/>
              </a:rPr>
              <a:t> justo, </a:t>
            </a:r>
            <a:r>
              <a:rPr lang="es-ES" sz="1050" dirty="0" err="1">
                <a:latin typeface="Century Gothic" panose="020B0502020202020204" pitchFamily="34" charset="0"/>
              </a:rPr>
              <a:t>varius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mattis</a:t>
            </a:r>
            <a:r>
              <a:rPr lang="es-ES" sz="1050" dirty="0">
                <a:latin typeface="Century Gothic" panose="020B0502020202020204" pitchFamily="34" charset="0"/>
              </a:rPr>
              <a:t> neque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tortor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tellus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egestas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congue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nec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varius</a:t>
            </a:r>
            <a:r>
              <a:rPr lang="es-ES" sz="1050" dirty="0">
                <a:latin typeface="Century Gothic" panose="020B0502020202020204" pitchFamily="34" charset="0"/>
              </a:rPr>
              <a:t> ex.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mi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dictum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facilisis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accumsan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posuere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. Nunc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volutpat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. Mauris </a:t>
            </a:r>
            <a:r>
              <a:rPr lang="es-ES" sz="1050" dirty="0" err="1">
                <a:latin typeface="Century Gothic" panose="020B0502020202020204" pitchFamily="34" charset="0"/>
              </a:rPr>
              <a:t>semper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massa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justo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purus</a:t>
            </a:r>
            <a:r>
              <a:rPr lang="es-ES" sz="1050" dirty="0">
                <a:latin typeface="Century Gothic" panose="020B0502020202020204" pitchFamily="34" charset="0"/>
              </a:rPr>
              <a:t>, vitae </a:t>
            </a:r>
            <a:r>
              <a:rPr lang="es-ES" sz="1050" dirty="0" err="1">
                <a:latin typeface="Century Gothic" panose="020B0502020202020204" pitchFamily="34" charset="0"/>
              </a:rPr>
              <a:t>luctus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velit</a:t>
            </a:r>
            <a:r>
              <a:rPr lang="es-ES" sz="1050" dirty="0">
                <a:latin typeface="Century Gothic" panose="020B0502020202020204" pitchFamily="34" charset="0"/>
              </a:rPr>
              <a:t>. Ut </a:t>
            </a:r>
            <a:r>
              <a:rPr lang="es-ES" sz="1050" dirty="0" err="1">
                <a:latin typeface="Century Gothic" panose="020B0502020202020204" pitchFamily="34" charset="0"/>
              </a:rPr>
              <a:t>ut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faucibus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Aenean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scelerisque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lectus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arcu</a:t>
            </a:r>
            <a:r>
              <a:rPr lang="es-ES" sz="1050" dirty="0">
                <a:latin typeface="Century Gothic" panose="020B0502020202020204" pitchFamily="34" charset="0"/>
              </a:rPr>
              <a:t> auctor </a:t>
            </a:r>
            <a:r>
              <a:rPr lang="es-ES" sz="1050" dirty="0" err="1">
                <a:latin typeface="Century Gothic" panose="020B0502020202020204" pitchFamily="34" charset="0"/>
              </a:rPr>
              <a:t>blandit</a:t>
            </a:r>
            <a:r>
              <a:rPr lang="es-ES" sz="1050" dirty="0">
                <a:latin typeface="Century Gothic" panose="020B0502020202020204" pitchFamily="34" charset="0"/>
              </a:rPr>
              <a:t>. Nunc id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feugiat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bibendum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at, </a:t>
            </a:r>
            <a:r>
              <a:rPr lang="es-ES" sz="1050" dirty="0" err="1">
                <a:latin typeface="Century Gothic" panose="020B0502020202020204" pitchFamily="34" charset="0"/>
              </a:rPr>
              <a:t>bibendum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Suspendisse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felis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gravida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viverra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Proin</a:t>
            </a:r>
            <a:r>
              <a:rPr lang="es-ES" sz="1050" dirty="0">
                <a:latin typeface="Century Gothic" panose="020B0502020202020204" pitchFamily="34" charset="0"/>
              </a:rPr>
              <a:t> porta neque in </a:t>
            </a:r>
            <a:r>
              <a:rPr lang="es-ES" sz="1050" dirty="0" err="1">
                <a:latin typeface="Century Gothic" panose="020B0502020202020204" pitchFamily="34" charset="0"/>
              </a:rPr>
              <a:t>venenatis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lobortis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</a:p>
        </p:txBody>
      </p:sp>
      <p:pic>
        <p:nvPicPr>
          <p:cNvPr id="11" name="Picture 4" descr="{&quot;id&quot;:&quot;9&quot;,&quot;type&quot;:&quot;image&quot;,&quot;editable&quot;:&quot;True&quot;}">
            <a:extLst>
              <a:ext uri="{FF2B5EF4-FFF2-40B4-BE49-F238E27FC236}">
                <a16:creationId xmlns:a16="http://schemas.microsoft.com/office/drawing/2014/main" id="{FAB5EAA0-EEF2-9DAE-7ADF-46070D204C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3116" y="4686931"/>
            <a:ext cx="2815389" cy="261237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ítulo 1" descr="{&quot;id&quot;:&quot;7&quot;,&quot;type&quot;:&quot;text&quot;,&quot;editable&quot;:&quot;False&quot;, &quot;format&quot;:&quot;Pagina &lt;numero_pagina&gt;&quot;}">
            <a:extLst>
              <a:ext uri="{FF2B5EF4-FFF2-40B4-BE49-F238E27FC236}">
                <a16:creationId xmlns:a16="http://schemas.microsoft.com/office/drawing/2014/main" id="{A0D8F2C1-3E97-F505-16C4-F2E1F1712C13}"/>
              </a:ext>
            </a:extLst>
          </p:cNvPr>
          <p:cNvSpPr txBox="1">
            <a:spLocks/>
          </p:cNvSpPr>
          <p:nvPr/>
        </p:nvSpPr>
        <p:spPr>
          <a:xfrm>
            <a:off x="5272268" y="9564546"/>
            <a:ext cx="1585732" cy="3414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0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Página X</a:t>
            </a:r>
          </a:p>
        </p:txBody>
      </p:sp>
    </p:spTree>
    <p:extLst>
      <p:ext uri="{BB962C8B-B14F-4D97-AF65-F5344CB8AC3E}">
        <p14:creationId xmlns:p14="http://schemas.microsoft.com/office/powerpoint/2010/main" val="254614733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382</TotalTime>
  <Words>3152</Words>
  <Application>Microsoft Office PowerPoint</Application>
  <PresentationFormat>A4 (210 x 297 mm)</PresentationFormat>
  <Paragraphs>78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Century Gothic</vt:lpstr>
      <vt:lpstr>Tema de Office</vt:lpstr>
      <vt:lpstr>Titulo de la Unidad Formativa</vt:lpstr>
      <vt:lpstr>Titulo de la Unidad Formativa</vt:lpstr>
      <vt:lpstr>Titulo de la Unidad Formativa</vt:lpstr>
      <vt:lpstr>Titulo de la Unidad Formativa</vt:lpstr>
      <vt:lpstr>Titulo de la Unidad Formativa</vt:lpstr>
      <vt:lpstr>Titulo de la Unidad Formativa</vt:lpstr>
      <vt:lpstr>Titulo de la Unidad Formativa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Rafael Armero Fernández</dc:creator>
  <cp:lastModifiedBy>Rafael Armero Fernández</cp:lastModifiedBy>
  <cp:revision>10</cp:revision>
  <dcterms:created xsi:type="dcterms:W3CDTF">2026-01-08T10:33:33Z</dcterms:created>
  <dcterms:modified xsi:type="dcterms:W3CDTF">2026-01-18T10:37:55Z</dcterms:modified>
</cp:coreProperties>
</file>