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2" r:id="rId2"/>
    <p:sldId id="275" r:id="rId3"/>
    <p:sldId id="274" r:id="rId4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98256DB-9691-5725-D85B-9C475134FCD5}" name="Rafael Armero Fernández" initials="RA" userId="S::rarmero@ferrer.com::6d4a3b6f-eaff-4048-87fd-5b7ed0f5213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8A7"/>
    <a:srgbClr val="7EB900"/>
    <a:srgbClr val="E5F0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49" d="100"/>
          <a:sy n="49" d="100"/>
        </p:scale>
        <p:origin x="2813" y="2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8/10/relationships/authors" Target="author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9E00A-E919-4CAB-BC4A-BE72A161DA0E}" type="datetimeFigureOut">
              <a:rPr lang="es-ES" smtClean="0"/>
              <a:t>18/01/2026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F8E66-74FE-4FB9-B29D-CEB094AC67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135717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9E00A-E919-4CAB-BC4A-BE72A161DA0E}" type="datetimeFigureOut">
              <a:rPr lang="es-ES" smtClean="0"/>
              <a:t>18/01/2026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F8E66-74FE-4FB9-B29D-CEB094AC67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46150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9E00A-E919-4CAB-BC4A-BE72A161DA0E}" type="datetimeFigureOut">
              <a:rPr lang="es-ES" smtClean="0"/>
              <a:t>18/01/2026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F8E66-74FE-4FB9-B29D-CEB094AC67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571236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9E00A-E919-4CAB-BC4A-BE72A161DA0E}" type="datetimeFigureOut">
              <a:rPr lang="es-ES" smtClean="0"/>
              <a:t>18/01/2026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F8E66-74FE-4FB9-B29D-CEB094AC67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96563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9E00A-E919-4CAB-BC4A-BE72A161DA0E}" type="datetimeFigureOut">
              <a:rPr lang="es-ES" smtClean="0"/>
              <a:t>18/01/2026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F8E66-74FE-4FB9-B29D-CEB094AC67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541533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9E00A-E919-4CAB-BC4A-BE72A161DA0E}" type="datetimeFigureOut">
              <a:rPr lang="es-ES" smtClean="0"/>
              <a:t>18/01/2026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F8E66-74FE-4FB9-B29D-CEB094AC67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362471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9E00A-E919-4CAB-BC4A-BE72A161DA0E}" type="datetimeFigureOut">
              <a:rPr lang="es-ES" smtClean="0"/>
              <a:t>18/01/2026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F8E66-74FE-4FB9-B29D-CEB094AC67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399084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9E00A-E919-4CAB-BC4A-BE72A161DA0E}" type="datetimeFigureOut">
              <a:rPr lang="es-ES" smtClean="0"/>
              <a:t>18/01/2026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F8E66-74FE-4FB9-B29D-CEB094AC67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119781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9E00A-E919-4CAB-BC4A-BE72A161DA0E}" type="datetimeFigureOut">
              <a:rPr lang="es-ES" smtClean="0"/>
              <a:t>18/01/2026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F8E66-74FE-4FB9-B29D-CEB094AC67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31965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9E00A-E919-4CAB-BC4A-BE72A161DA0E}" type="datetimeFigureOut">
              <a:rPr lang="es-ES" smtClean="0"/>
              <a:t>18/01/2026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F8E66-74FE-4FB9-B29D-CEB094AC67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250712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9E00A-E919-4CAB-BC4A-BE72A161DA0E}" type="datetimeFigureOut">
              <a:rPr lang="es-ES" smtClean="0"/>
              <a:t>18/01/2026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F8E66-74FE-4FB9-B29D-CEB094AC67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905080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79E00A-E919-4CAB-BC4A-BE72A161DA0E}" type="datetimeFigureOut">
              <a:rPr lang="es-ES" smtClean="0"/>
              <a:t>18/01/2026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6F8E66-74FE-4FB9-B29D-CEB094AC67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23155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A0FC90-9D8B-6C00-C2B7-8C682EE7E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 descr="{&quot;id&quot;:&quot;1&quot;,&quot;type&quot;:&quot;text&quot;,&quot;editable&quot;:&quot;False&quot;, &quot;format&quot;:&quot;&lt;asignatura&gt;&quot;}">
            <a:extLst>
              <a:ext uri="{FF2B5EF4-FFF2-40B4-BE49-F238E27FC236}">
                <a16:creationId xmlns:a16="http://schemas.microsoft.com/office/drawing/2014/main" id="{49F6FA00-338A-6D5E-85A4-AE27A90B23B2}"/>
              </a:ext>
            </a:extLst>
          </p:cNvPr>
          <p:cNvSpPr txBox="1">
            <a:spLocks/>
          </p:cNvSpPr>
          <p:nvPr/>
        </p:nvSpPr>
        <p:spPr>
          <a:xfrm>
            <a:off x="64384" y="179407"/>
            <a:ext cx="1585732" cy="34145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1000" b="1" dirty="0">
                <a:solidFill>
                  <a:srgbClr val="7EB900"/>
                </a:solidFill>
                <a:latin typeface="Century Gothic" panose="020B0502020202020204" pitchFamily="34" charset="0"/>
              </a:rPr>
              <a:t>Nombre Asignatura</a:t>
            </a:r>
          </a:p>
        </p:txBody>
      </p:sp>
      <p:sp>
        <p:nvSpPr>
          <p:cNvPr id="5" name="Título 1" descr="{&quot;id&quot;:&quot;2&quot;,&quot;type&quot;:&quot;text&quot;,&quot;editable&quot;:&quot;False&quot;, &quot;format&quot;:&quot;&lt;curso&gt;&quot;}">
            <a:extLst>
              <a:ext uri="{FF2B5EF4-FFF2-40B4-BE49-F238E27FC236}">
                <a16:creationId xmlns:a16="http://schemas.microsoft.com/office/drawing/2014/main" id="{FDF715B4-266E-F3FB-9613-5E00733523F8}"/>
              </a:ext>
            </a:extLst>
          </p:cNvPr>
          <p:cNvSpPr txBox="1">
            <a:spLocks/>
          </p:cNvSpPr>
          <p:nvPr/>
        </p:nvSpPr>
        <p:spPr>
          <a:xfrm>
            <a:off x="2650601" y="179407"/>
            <a:ext cx="1585732" cy="34145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1000" b="1" dirty="0">
                <a:solidFill>
                  <a:srgbClr val="7EB900"/>
                </a:solidFill>
                <a:latin typeface="Century Gothic" panose="020B0502020202020204" pitchFamily="34" charset="0"/>
              </a:rPr>
              <a:t>Curso Académico</a:t>
            </a:r>
          </a:p>
        </p:txBody>
      </p:sp>
      <p:pic>
        <p:nvPicPr>
          <p:cNvPr id="1028" name="Picture 4" descr="Ferrer Logo &amp; Brand Assets (SVG, PNG and vector) - Brandfetch">
            <a:extLst>
              <a:ext uri="{FF2B5EF4-FFF2-40B4-BE49-F238E27FC236}">
                <a16:creationId xmlns:a16="http://schemas.microsoft.com/office/drawing/2014/main" id="{189DBF8F-6010-582F-F930-A45CEA01DB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7711" y="144742"/>
            <a:ext cx="318244" cy="318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uadroTexto 7" descr="{&quot;id&quot;:&quot;5&quot;,&quot;type&quot;:&quot;text&quot;,&quot;editable&quot;:&quot;True&quot;, &quot;format&quot;:&quot;&lt;numero_unidad_formativa&gt;.&lt;numero_capítulo&gt;.&lt;numero_sección&gt;: &lt;titulo_de_la_sección&gt;&quot;}">
            <a:extLst>
              <a:ext uri="{FF2B5EF4-FFF2-40B4-BE49-F238E27FC236}">
                <a16:creationId xmlns:a16="http://schemas.microsoft.com/office/drawing/2014/main" id="{7F677F9F-917C-72EB-24EF-CD2EEA343445}"/>
              </a:ext>
            </a:extLst>
          </p:cNvPr>
          <p:cNvSpPr txBox="1"/>
          <p:nvPr/>
        </p:nvSpPr>
        <p:spPr>
          <a:xfrm>
            <a:off x="505227" y="747875"/>
            <a:ext cx="43173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rgbClr val="7EB900"/>
                </a:solidFill>
                <a:latin typeface="Century Gothic" panose="020B0502020202020204" pitchFamily="34" charset="0"/>
              </a:rPr>
              <a:t>X.Y.Z Título de la sección</a:t>
            </a:r>
            <a:endParaRPr lang="es-ES" sz="1200" dirty="0"/>
          </a:p>
        </p:txBody>
      </p:sp>
      <p:sp>
        <p:nvSpPr>
          <p:cNvPr id="10" name="CuadroTexto 9" descr="{&quot;id&quot;:&quot;6&quot;,&quot;type&quot;:&quot;text&quot;,&quot;editable&quot;:&quot;True&quot;, &quot;format&quot;:&quot;&lt;content&gt;&quot;}">
            <a:extLst>
              <a:ext uri="{FF2B5EF4-FFF2-40B4-BE49-F238E27FC236}">
                <a16:creationId xmlns:a16="http://schemas.microsoft.com/office/drawing/2014/main" id="{81070B91-2333-3C82-817A-DCFBAD772D8B}"/>
              </a:ext>
            </a:extLst>
          </p:cNvPr>
          <p:cNvSpPr txBox="1"/>
          <p:nvPr/>
        </p:nvSpPr>
        <p:spPr>
          <a:xfrm>
            <a:off x="505227" y="1148080"/>
            <a:ext cx="5801978" cy="81714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1050" dirty="0">
                <a:latin typeface="Century Gothic" panose="020B0502020202020204" pitchFamily="34" charset="0"/>
              </a:rPr>
              <a:t>Lorem </a:t>
            </a:r>
            <a:r>
              <a:rPr lang="es-ES" sz="1050" dirty="0" err="1">
                <a:latin typeface="Century Gothic" panose="020B0502020202020204" pitchFamily="34" charset="0"/>
              </a:rPr>
              <a:t>ipsum</a:t>
            </a:r>
            <a:r>
              <a:rPr lang="es-ES" sz="1050" dirty="0">
                <a:latin typeface="Century Gothic" panose="020B0502020202020204" pitchFamily="34" charset="0"/>
              </a:rPr>
              <a:t> dolor </a:t>
            </a:r>
            <a:r>
              <a:rPr lang="es-ES" sz="1050" dirty="0" err="1">
                <a:latin typeface="Century Gothic" panose="020B0502020202020204" pitchFamily="34" charset="0"/>
              </a:rPr>
              <a:t>sit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amet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consectetur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adipiscing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elit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Praesent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condimentum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consequat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mollis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Integer</a:t>
            </a:r>
            <a:r>
              <a:rPr lang="es-ES" sz="1050" dirty="0">
                <a:latin typeface="Century Gothic" panose="020B0502020202020204" pitchFamily="34" charset="0"/>
              </a:rPr>
              <a:t> vitae </a:t>
            </a:r>
            <a:r>
              <a:rPr lang="es-ES" sz="1050" dirty="0" err="1">
                <a:latin typeface="Century Gothic" panose="020B0502020202020204" pitchFamily="34" charset="0"/>
              </a:rPr>
              <a:t>ipsum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pharetra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aliquet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purus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mollis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fringilla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enim</a:t>
            </a:r>
            <a:r>
              <a:rPr lang="es-ES" sz="1050" dirty="0">
                <a:latin typeface="Century Gothic" panose="020B0502020202020204" pitchFamily="34" charset="0"/>
              </a:rPr>
              <a:t>. Sed </a:t>
            </a:r>
            <a:r>
              <a:rPr lang="es-ES" sz="1050" dirty="0" err="1">
                <a:latin typeface="Century Gothic" panose="020B0502020202020204" pitchFamily="34" charset="0"/>
              </a:rPr>
              <a:t>porttitor</a:t>
            </a:r>
            <a:r>
              <a:rPr lang="es-ES" sz="1050" dirty="0">
                <a:latin typeface="Century Gothic" panose="020B0502020202020204" pitchFamily="34" charset="0"/>
              </a:rPr>
              <a:t> commodo </a:t>
            </a:r>
            <a:r>
              <a:rPr lang="es-ES" sz="1050" dirty="0" err="1">
                <a:latin typeface="Century Gothic" panose="020B0502020202020204" pitchFamily="34" charset="0"/>
              </a:rPr>
              <a:t>est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sit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amet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tincidunt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enim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condimentum</a:t>
            </a:r>
            <a:r>
              <a:rPr lang="es-ES" sz="1050" dirty="0">
                <a:latin typeface="Century Gothic" panose="020B0502020202020204" pitchFamily="34" charset="0"/>
              </a:rPr>
              <a:t> id. </a:t>
            </a:r>
            <a:r>
              <a:rPr lang="es-ES" sz="1050" dirty="0" err="1">
                <a:latin typeface="Century Gothic" panose="020B0502020202020204" pitchFamily="34" charset="0"/>
              </a:rPr>
              <a:t>Donec</a:t>
            </a:r>
            <a:r>
              <a:rPr lang="es-ES" sz="1050" dirty="0">
                <a:latin typeface="Century Gothic" panose="020B0502020202020204" pitchFamily="34" charset="0"/>
              </a:rPr>
              <a:t> ornare </a:t>
            </a:r>
            <a:r>
              <a:rPr lang="es-ES" sz="1050" dirty="0" err="1">
                <a:latin typeface="Century Gothic" panose="020B0502020202020204" pitchFamily="34" charset="0"/>
              </a:rPr>
              <a:t>consectetur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laoreet</a:t>
            </a:r>
            <a:r>
              <a:rPr lang="es-ES" sz="1050" dirty="0">
                <a:latin typeface="Century Gothic" panose="020B0502020202020204" pitchFamily="34" charset="0"/>
              </a:rPr>
              <a:t>. Sed </a:t>
            </a:r>
            <a:r>
              <a:rPr lang="es-ES" sz="1050" dirty="0" err="1">
                <a:latin typeface="Century Gothic" panose="020B0502020202020204" pitchFamily="34" charset="0"/>
              </a:rPr>
              <a:t>tempus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tristique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massa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Vestibulum</a:t>
            </a:r>
            <a:r>
              <a:rPr lang="es-ES" sz="1050" dirty="0">
                <a:latin typeface="Century Gothic" panose="020B0502020202020204" pitchFamily="34" charset="0"/>
              </a:rPr>
              <a:t> at </a:t>
            </a:r>
            <a:r>
              <a:rPr lang="es-ES" sz="1050" dirty="0" err="1">
                <a:latin typeface="Century Gothic" panose="020B0502020202020204" pitchFamily="34" charset="0"/>
              </a:rPr>
              <a:t>cursus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quam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eu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dapibus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orci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Maecenas</a:t>
            </a:r>
            <a:r>
              <a:rPr lang="es-ES" sz="1050" dirty="0">
                <a:latin typeface="Century Gothic" panose="020B0502020202020204" pitchFamily="34" charset="0"/>
              </a:rPr>
              <a:t> et </a:t>
            </a:r>
            <a:r>
              <a:rPr lang="es-ES" sz="1050" dirty="0" err="1">
                <a:latin typeface="Century Gothic" panose="020B0502020202020204" pitchFamily="34" charset="0"/>
              </a:rPr>
              <a:t>augue</a:t>
            </a:r>
            <a:r>
              <a:rPr lang="es-ES" sz="1050" dirty="0">
                <a:latin typeface="Century Gothic" panose="020B0502020202020204" pitchFamily="34" charset="0"/>
              </a:rPr>
              <a:t> ut </a:t>
            </a:r>
            <a:r>
              <a:rPr lang="es-ES" sz="1050" dirty="0" err="1">
                <a:latin typeface="Century Gothic" panose="020B0502020202020204" pitchFamily="34" charset="0"/>
              </a:rPr>
              <a:t>dui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hendrerit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malesuada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laoreet</a:t>
            </a:r>
            <a:r>
              <a:rPr lang="es-ES" sz="1050" dirty="0">
                <a:latin typeface="Century Gothic" panose="020B0502020202020204" pitchFamily="34" charset="0"/>
              </a:rPr>
              <a:t> et odio. Cras </a:t>
            </a:r>
            <a:r>
              <a:rPr lang="es-ES" sz="1050" dirty="0" err="1">
                <a:latin typeface="Century Gothic" panose="020B0502020202020204" pitchFamily="34" charset="0"/>
              </a:rPr>
              <a:t>aliquam</a:t>
            </a:r>
            <a:r>
              <a:rPr lang="es-ES" sz="1050" dirty="0">
                <a:latin typeface="Century Gothic" panose="020B0502020202020204" pitchFamily="34" charset="0"/>
              </a:rPr>
              <a:t> eros </a:t>
            </a:r>
            <a:r>
              <a:rPr lang="es-ES" sz="1050" dirty="0" err="1">
                <a:latin typeface="Century Gothic" panose="020B0502020202020204" pitchFamily="34" charset="0"/>
              </a:rPr>
              <a:t>pretium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elit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mattis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vulputate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Praesent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molestie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risus</a:t>
            </a:r>
            <a:r>
              <a:rPr lang="es-ES" sz="1050" dirty="0">
                <a:latin typeface="Century Gothic" panose="020B0502020202020204" pitchFamily="34" charset="0"/>
              </a:rPr>
              <a:t> neque, ac </a:t>
            </a:r>
            <a:r>
              <a:rPr lang="es-ES" sz="1050" dirty="0" err="1">
                <a:latin typeface="Century Gothic" panose="020B0502020202020204" pitchFamily="34" charset="0"/>
              </a:rPr>
              <a:t>dapibus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augue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aliquam</a:t>
            </a:r>
            <a:r>
              <a:rPr lang="es-ES" sz="1050" dirty="0">
                <a:latin typeface="Century Gothic" panose="020B0502020202020204" pitchFamily="34" charset="0"/>
              </a:rPr>
              <a:t> vitae. Mauris </a:t>
            </a:r>
            <a:r>
              <a:rPr lang="es-ES" sz="1050" dirty="0" err="1">
                <a:latin typeface="Century Gothic" panose="020B0502020202020204" pitchFamily="34" charset="0"/>
              </a:rPr>
              <a:t>nulla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lacus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pretium</a:t>
            </a:r>
            <a:r>
              <a:rPr lang="es-ES" sz="1050" dirty="0">
                <a:latin typeface="Century Gothic" panose="020B0502020202020204" pitchFamily="34" charset="0"/>
              </a:rPr>
              <a:t> et </a:t>
            </a:r>
            <a:r>
              <a:rPr lang="es-ES" sz="1050" dirty="0" err="1">
                <a:latin typeface="Century Gothic" panose="020B0502020202020204" pitchFamily="34" charset="0"/>
              </a:rPr>
              <a:t>imperdiet</a:t>
            </a:r>
            <a:r>
              <a:rPr lang="es-ES" sz="1050" dirty="0">
                <a:latin typeface="Century Gothic" panose="020B0502020202020204" pitchFamily="34" charset="0"/>
              </a:rPr>
              <a:t> ut, pulvinar et </a:t>
            </a:r>
            <a:r>
              <a:rPr lang="es-ES" sz="1050" dirty="0" err="1">
                <a:latin typeface="Century Gothic" panose="020B0502020202020204" pitchFamily="34" charset="0"/>
              </a:rPr>
              <a:t>risus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Interdum</a:t>
            </a:r>
            <a:r>
              <a:rPr lang="es-ES" sz="1050" dirty="0">
                <a:latin typeface="Century Gothic" panose="020B0502020202020204" pitchFamily="34" charset="0"/>
              </a:rPr>
              <a:t> et </a:t>
            </a:r>
            <a:r>
              <a:rPr lang="es-ES" sz="1050" dirty="0" err="1">
                <a:latin typeface="Century Gothic" panose="020B0502020202020204" pitchFamily="34" charset="0"/>
              </a:rPr>
              <a:t>malesuada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fames</a:t>
            </a:r>
            <a:r>
              <a:rPr lang="es-ES" sz="1050" dirty="0">
                <a:latin typeface="Century Gothic" panose="020B0502020202020204" pitchFamily="34" charset="0"/>
              </a:rPr>
              <a:t> ac ante </a:t>
            </a:r>
            <a:r>
              <a:rPr lang="es-ES" sz="1050" dirty="0" err="1">
                <a:latin typeface="Century Gothic" panose="020B0502020202020204" pitchFamily="34" charset="0"/>
              </a:rPr>
              <a:t>ipsum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primis</a:t>
            </a:r>
            <a:r>
              <a:rPr lang="es-ES" sz="1050" dirty="0">
                <a:latin typeface="Century Gothic" panose="020B0502020202020204" pitchFamily="34" charset="0"/>
              </a:rPr>
              <a:t> in </a:t>
            </a:r>
            <a:r>
              <a:rPr lang="es-ES" sz="1050" dirty="0" err="1">
                <a:latin typeface="Century Gothic" panose="020B0502020202020204" pitchFamily="34" charset="0"/>
              </a:rPr>
              <a:t>faucibus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Vestibulum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vel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felis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eget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erat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cursus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elementum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sit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amet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vel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quam</a:t>
            </a:r>
            <a:r>
              <a:rPr lang="es-ES" sz="1050" dirty="0">
                <a:latin typeface="Century Gothic" panose="020B0502020202020204" pitchFamily="34" charset="0"/>
              </a:rPr>
              <a:t>.</a:t>
            </a:r>
          </a:p>
          <a:p>
            <a:pPr algn="just"/>
            <a:endParaRPr lang="es-ES" sz="1050" dirty="0">
              <a:latin typeface="Century Gothic" panose="020B0502020202020204" pitchFamily="34" charset="0"/>
            </a:endParaRPr>
          </a:p>
          <a:p>
            <a:pPr algn="just"/>
            <a:r>
              <a:rPr lang="es-ES" sz="1050" dirty="0" err="1">
                <a:latin typeface="Century Gothic" panose="020B0502020202020204" pitchFamily="34" charset="0"/>
              </a:rPr>
              <a:t>Integer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eget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maximus</a:t>
            </a:r>
            <a:r>
              <a:rPr lang="es-ES" sz="1050" dirty="0">
                <a:latin typeface="Century Gothic" panose="020B0502020202020204" pitchFamily="34" charset="0"/>
              </a:rPr>
              <a:t> neque, id commodo </a:t>
            </a:r>
            <a:r>
              <a:rPr lang="es-ES" sz="1050" dirty="0" err="1">
                <a:latin typeface="Century Gothic" panose="020B0502020202020204" pitchFamily="34" charset="0"/>
              </a:rPr>
              <a:t>metus</a:t>
            </a:r>
            <a:r>
              <a:rPr lang="es-ES" sz="1050" dirty="0">
                <a:latin typeface="Century Gothic" panose="020B0502020202020204" pitchFamily="34" charset="0"/>
              </a:rPr>
              <a:t>. In </a:t>
            </a:r>
            <a:r>
              <a:rPr lang="es-ES" sz="1050" dirty="0" err="1">
                <a:latin typeface="Century Gothic" panose="020B0502020202020204" pitchFamily="34" charset="0"/>
              </a:rPr>
              <a:t>finibus</a:t>
            </a:r>
            <a:r>
              <a:rPr lang="es-ES" sz="1050" dirty="0">
                <a:latin typeface="Century Gothic" panose="020B0502020202020204" pitchFamily="34" charset="0"/>
              </a:rPr>
              <a:t> a </a:t>
            </a:r>
            <a:r>
              <a:rPr lang="es-ES" sz="1050" dirty="0" err="1">
                <a:latin typeface="Century Gothic" panose="020B0502020202020204" pitchFamily="34" charset="0"/>
              </a:rPr>
              <a:t>erat</a:t>
            </a:r>
            <a:r>
              <a:rPr lang="es-ES" sz="1050" dirty="0">
                <a:latin typeface="Century Gothic" panose="020B0502020202020204" pitchFamily="34" charset="0"/>
              </a:rPr>
              <a:t> sed </a:t>
            </a:r>
            <a:r>
              <a:rPr lang="es-ES" sz="1050" dirty="0" err="1">
                <a:latin typeface="Century Gothic" panose="020B0502020202020204" pitchFamily="34" charset="0"/>
              </a:rPr>
              <a:t>interdum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Maecenas</a:t>
            </a:r>
            <a:r>
              <a:rPr lang="es-ES" sz="1050" dirty="0">
                <a:latin typeface="Century Gothic" panose="020B0502020202020204" pitchFamily="34" charset="0"/>
              </a:rPr>
              <a:t> non </a:t>
            </a:r>
            <a:r>
              <a:rPr lang="es-ES" sz="1050" dirty="0" err="1">
                <a:latin typeface="Century Gothic" panose="020B0502020202020204" pitchFamily="34" charset="0"/>
              </a:rPr>
              <a:t>orci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felis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Maecenas</a:t>
            </a:r>
            <a:r>
              <a:rPr lang="es-ES" sz="1050" dirty="0">
                <a:latin typeface="Century Gothic" panose="020B0502020202020204" pitchFamily="34" charset="0"/>
              </a:rPr>
              <a:t> lacinia </a:t>
            </a:r>
            <a:r>
              <a:rPr lang="es-ES" sz="1050" dirty="0" err="1">
                <a:latin typeface="Century Gothic" panose="020B0502020202020204" pitchFamily="34" charset="0"/>
              </a:rPr>
              <a:t>metus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dui</a:t>
            </a:r>
            <a:r>
              <a:rPr lang="es-ES" sz="1050" dirty="0">
                <a:latin typeface="Century Gothic" panose="020B0502020202020204" pitchFamily="34" charset="0"/>
              </a:rPr>
              <a:t>, ac commodo </a:t>
            </a:r>
            <a:r>
              <a:rPr lang="es-ES" sz="1050" dirty="0" err="1">
                <a:latin typeface="Century Gothic" panose="020B0502020202020204" pitchFamily="34" charset="0"/>
              </a:rPr>
              <a:t>erat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laoreet</a:t>
            </a:r>
            <a:r>
              <a:rPr lang="es-ES" sz="1050" dirty="0">
                <a:latin typeface="Century Gothic" panose="020B0502020202020204" pitchFamily="34" charset="0"/>
              </a:rPr>
              <a:t> non. </a:t>
            </a:r>
            <a:r>
              <a:rPr lang="es-ES" sz="1050" dirty="0" err="1">
                <a:latin typeface="Century Gothic" panose="020B0502020202020204" pitchFamily="34" charset="0"/>
              </a:rPr>
              <a:t>Curabitur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dictum</a:t>
            </a:r>
            <a:r>
              <a:rPr lang="es-ES" sz="1050" dirty="0">
                <a:latin typeface="Century Gothic" panose="020B0502020202020204" pitchFamily="34" charset="0"/>
              </a:rPr>
              <a:t> ornare ex </a:t>
            </a:r>
            <a:r>
              <a:rPr lang="es-ES" sz="1050" dirty="0" err="1">
                <a:latin typeface="Century Gothic" panose="020B0502020202020204" pitchFamily="34" charset="0"/>
              </a:rPr>
              <a:t>nec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vestibulum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Nulla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molestie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nibh</a:t>
            </a:r>
            <a:r>
              <a:rPr lang="es-ES" sz="1050" dirty="0">
                <a:latin typeface="Century Gothic" panose="020B0502020202020204" pitchFamily="34" charset="0"/>
              </a:rPr>
              <a:t> ut </a:t>
            </a:r>
            <a:r>
              <a:rPr lang="es-ES" sz="1050" dirty="0" err="1">
                <a:latin typeface="Century Gothic" panose="020B0502020202020204" pitchFamily="34" charset="0"/>
              </a:rPr>
              <a:t>iaculis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molestie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ligula</a:t>
            </a:r>
            <a:r>
              <a:rPr lang="es-ES" sz="1050" dirty="0">
                <a:latin typeface="Century Gothic" panose="020B0502020202020204" pitchFamily="34" charset="0"/>
              </a:rPr>
              <a:t> eros </a:t>
            </a:r>
            <a:r>
              <a:rPr lang="es-ES" sz="1050" dirty="0" err="1">
                <a:latin typeface="Century Gothic" panose="020B0502020202020204" pitchFamily="34" charset="0"/>
              </a:rPr>
              <a:t>hendrerit</a:t>
            </a:r>
            <a:r>
              <a:rPr lang="es-ES" sz="1050" dirty="0">
                <a:latin typeface="Century Gothic" panose="020B0502020202020204" pitchFamily="34" charset="0"/>
              </a:rPr>
              <a:t> neque, quis lacinia </a:t>
            </a:r>
            <a:r>
              <a:rPr lang="es-ES" sz="1050" dirty="0" err="1">
                <a:latin typeface="Century Gothic" panose="020B0502020202020204" pitchFamily="34" charset="0"/>
              </a:rPr>
              <a:t>diam</a:t>
            </a:r>
            <a:r>
              <a:rPr lang="es-ES" sz="1050" dirty="0">
                <a:latin typeface="Century Gothic" panose="020B0502020202020204" pitchFamily="34" charset="0"/>
              </a:rPr>
              <a:t> mauris in </a:t>
            </a:r>
            <a:r>
              <a:rPr lang="es-ES" sz="1050" dirty="0" err="1">
                <a:latin typeface="Century Gothic" panose="020B0502020202020204" pitchFamily="34" charset="0"/>
              </a:rPr>
              <a:t>ligula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Pellentesque</a:t>
            </a:r>
            <a:r>
              <a:rPr lang="es-ES" sz="1050" dirty="0">
                <a:latin typeface="Century Gothic" panose="020B0502020202020204" pitchFamily="34" charset="0"/>
              </a:rPr>
              <a:t> id </a:t>
            </a:r>
            <a:r>
              <a:rPr lang="es-ES" sz="1050" dirty="0" err="1">
                <a:latin typeface="Century Gothic" panose="020B0502020202020204" pitchFamily="34" charset="0"/>
              </a:rPr>
              <a:t>risus</a:t>
            </a:r>
            <a:r>
              <a:rPr lang="es-ES" sz="1050" dirty="0">
                <a:latin typeface="Century Gothic" panose="020B0502020202020204" pitchFamily="34" charset="0"/>
              </a:rPr>
              <a:t> in magna </a:t>
            </a:r>
            <a:r>
              <a:rPr lang="es-ES" sz="1050" dirty="0" err="1">
                <a:latin typeface="Century Gothic" panose="020B0502020202020204" pitchFamily="34" charset="0"/>
              </a:rPr>
              <a:t>euismod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mattis</a:t>
            </a:r>
            <a:r>
              <a:rPr lang="es-ES" sz="1050" dirty="0">
                <a:latin typeface="Century Gothic" panose="020B0502020202020204" pitchFamily="34" charset="0"/>
              </a:rPr>
              <a:t> vitae non </a:t>
            </a:r>
            <a:r>
              <a:rPr lang="es-ES" sz="1050" dirty="0" err="1">
                <a:latin typeface="Century Gothic" panose="020B0502020202020204" pitchFamily="34" charset="0"/>
              </a:rPr>
              <a:t>dui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Aenean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viverra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quam</a:t>
            </a:r>
            <a:r>
              <a:rPr lang="es-ES" sz="1050" dirty="0">
                <a:latin typeface="Century Gothic" panose="020B0502020202020204" pitchFamily="34" charset="0"/>
              </a:rPr>
              <a:t> ut dolor commodo, et </a:t>
            </a:r>
            <a:r>
              <a:rPr lang="es-ES" sz="1050" dirty="0" err="1">
                <a:latin typeface="Century Gothic" panose="020B0502020202020204" pitchFamily="34" charset="0"/>
              </a:rPr>
              <a:t>molestie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est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porttitor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Fusce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vestibulum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placerat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ipsum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eget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posuere</a:t>
            </a:r>
            <a:r>
              <a:rPr lang="es-ES" sz="1050" dirty="0">
                <a:latin typeface="Century Gothic" panose="020B0502020202020204" pitchFamily="34" charset="0"/>
              </a:rPr>
              <a:t> justo </a:t>
            </a:r>
            <a:r>
              <a:rPr lang="es-ES" sz="1050" dirty="0" err="1">
                <a:latin typeface="Century Gothic" panose="020B0502020202020204" pitchFamily="34" charset="0"/>
              </a:rPr>
              <a:t>tristique</a:t>
            </a:r>
            <a:r>
              <a:rPr lang="es-ES" sz="1050" dirty="0">
                <a:latin typeface="Century Gothic" panose="020B0502020202020204" pitchFamily="34" charset="0"/>
              </a:rPr>
              <a:t> et. </a:t>
            </a:r>
            <a:r>
              <a:rPr lang="es-ES" sz="1050" dirty="0" err="1">
                <a:latin typeface="Century Gothic" panose="020B0502020202020204" pitchFamily="34" charset="0"/>
              </a:rPr>
              <a:t>Etiam</a:t>
            </a:r>
            <a:r>
              <a:rPr lang="es-ES" sz="1050" dirty="0">
                <a:latin typeface="Century Gothic" panose="020B0502020202020204" pitchFamily="34" charset="0"/>
              </a:rPr>
              <a:t> et </a:t>
            </a:r>
            <a:r>
              <a:rPr lang="es-ES" sz="1050" dirty="0" err="1">
                <a:latin typeface="Century Gothic" panose="020B0502020202020204" pitchFamily="34" charset="0"/>
              </a:rPr>
              <a:t>erat</a:t>
            </a:r>
            <a:r>
              <a:rPr lang="es-ES" sz="1050" dirty="0">
                <a:latin typeface="Century Gothic" panose="020B0502020202020204" pitchFamily="34" charset="0"/>
              </a:rPr>
              <a:t> in </a:t>
            </a:r>
            <a:r>
              <a:rPr lang="es-ES" sz="1050" dirty="0" err="1">
                <a:latin typeface="Century Gothic" panose="020B0502020202020204" pitchFamily="34" charset="0"/>
              </a:rPr>
              <a:t>enim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malesuada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dapibus</a:t>
            </a:r>
            <a:r>
              <a:rPr lang="es-ES" sz="1050" dirty="0">
                <a:latin typeface="Century Gothic" panose="020B0502020202020204" pitchFamily="34" charset="0"/>
              </a:rPr>
              <a:t> quis </a:t>
            </a:r>
            <a:r>
              <a:rPr lang="es-ES" sz="1050" dirty="0" err="1">
                <a:latin typeface="Century Gothic" panose="020B0502020202020204" pitchFamily="34" charset="0"/>
              </a:rPr>
              <a:t>nec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massa</a:t>
            </a:r>
            <a:r>
              <a:rPr lang="es-ES" sz="1050" dirty="0">
                <a:latin typeface="Century Gothic" panose="020B0502020202020204" pitchFamily="34" charset="0"/>
              </a:rPr>
              <a:t>.</a:t>
            </a:r>
          </a:p>
          <a:p>
            <a:pPr algn="just"/>
            <a:endParaRPr lang="es-ES" sz="1050" dirty="0">
              <a:latin typeface="Century Gothic" panose="020B0502020202020204" pitchFamily="34" charset="0"/>
            </a:endParaRPr>
          </a:p>
          <a:p>
            <a:pPr algn="just"/>
            <a:r>
              <a:rPr lang="es-ES" sz="1050" dirty="0" err="1">
                <a:latin typeface="Century Gothic" panose="020B0502020202020204" pitchFamily="34" charset="0"/>
              </a:rPr>
              <a:t>Donec</a:t>
            </a:r>
            <a:r>
              <a:rPr lang="es-ES" sz="1050" dirty="0">
                <a:latin typeface="Century Gothic" panose="020B0502020202020204" pitchFamily="34" charset="0"/>
              </a:rPr>
              <a:t> at </a:t>
            </a:r>
            <a:r>
              <a:rPr lang="es-ES" sz="1050" dirty="0" err="1">
                <a:latin typeface="Century Gothic" panose="020B0502020202020204" pitchFamily="34" charset="0"/>
              </a:rPr>
              <a:t>ipsum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augue</a:t>
            </a:r>
            <a:r>
              <a:rPr lang="es-ES" sz="1050" dirty="0">
                <a:latin typeface="Century Gothic" panose="020B0502020202020204" pitchFamily="34" charset="0"/>
              </a:rPr>
              <a:t>. Lorem </a:t>
            </a:r>
            <a:r>
              <a:rPr lang="es-ES" sz="1050" dirty="0" err="1">
                <a:latin typeface="Century Gothic" panose="020B0502020202020204" pitchFamily="34" charset="0"/>
              </a:rPr>
              <a:t>ipsum</a:t>
            </a:r>
            <a:r>
              <a:rPr lang="es-ES" sz="1050" dirty="0">
                <a:latin typeface="Century Gothic" panose="020B0502020202020204" pitchFamily="34" charset="0"/>
              </a:rPr>
              <a:t> dolor </a:t>
            </a:r>
            <a:r>
              <a:rPr lang="es-ES" sz="1050" dirty="0" err="1">
                <a:latin typeface="Century Gothic" panose="020B0502020202020204" pitchFamily="34" charset="0"/>
              </a:rPr>
              <a:t>sit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amet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consectetur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adipiscing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elit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Nulla</a:t>
            </a:r>
            <a:r>
              <a:rPr lang="es-ES" sz="1050" dirty="0">
                <a:latin typeface="Century Gothic" panose="020B0502020202020204" pitchFamily="34" charset="0"/>
              </a:rPr>
              <a:t> at justo </a:t>
            </a:r>
            <a:r>
              <a:rPr lang="es-ES" sz="1050" dirty="0" err="1">
                <a:latin typeface="Century Gothic" panose="020B0502020202020204" pitchFamily="34" charset="0"/>
              </a:rPr>
              <a:t>eget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elit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gravida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laoreet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vel</a:t>
            </a:r>
            <a:r>
              <a:rPr lang="es-ES" sz="1050" dirty="0">
                <a:latin typeface="Century Gothic" panose="020B0502020202020204" pitchFamily="34" charset="0"/>
              </a:rPr>
              <a:t> et libero. </a:t>
            </a:r>
            <a:r>
              <a:rPr lang="es-ES" sz="1050" dirty="0" err="1">
                <a:latin typeface="Century Gothic" panose="020B0502020202020204" pitchFamily="34" charset="0"/>
              </a:rPr>
              <a:t>Suspendisse</a:t>
            </a:r>
            <a:r>
              <a:rPr lang="es-ES" sz="1050" dirty="0">
                <a:latin typeface="Century Gothic" panose="020B0502020202020204" pitchFamily="34" charset="0"/>
              </a:rPr>
              <a:t> ut eros tortor. </a:t>
            </a:r>
            <a:r>
              <a:rPr lang="es-ES" sz="1050" dirty="0" err="1">
                <a:latin typeface="Century Gothic" panose="020B0502020202020204" pitchFamily="34" charset="0"/>
              </a:rPr>
              <a:t>Proin</a:t>
            </a:r>
            <a:r>
              <a:rPr lang="es-ES" sz="1050" dirty="0">
                <a:latin typeface="Century Gothic" panose="020B0502020202020204" pitchFamily="34" charset="0"/>
              </a:rPr>
              <a:t> at odio </a:t>
            </a:r>
            <a:r>
              <a:rPr lang="es-ES" sz="1050" dirty="0" err="1">
                <a:latin typeface="Century Gothic" panose="020B0502020202020204" pitchFamily="34" charset="0"/>
              </a:rPr>
              <a:t>nisl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Pellentesque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tempus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feugiat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lorem</a:t>
            </a:r>
            <a:r>
              <a:rPr lang="es-ES" sz="1050" dirty="0">
                <a:latin typeface="Century Gothic" panose="020B0502020202020204" pitchFamily="34" charset="0"/>
              </a:rPr>
              <a:t> a </a:t>
            </a:r>
            <a:r>
              <a:rPr lang="es-ES" sz="1050" dirty="0" err="1">
                <a:latin typeface="Century Gothic" panose="020B0502020202020204" pitchFamily="34" charset="0"/>
              </a:rPr>
              <a:t>volutpat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Donec</a:t>
            </a:r>
            <a:r>
              <a:rPr lang="es-ES" sz="1050" dirty="0">
                <a:latin typeface="Century Gothic" panose="020B0502020202020204" pitchFamily="34" charset="0"/>
              </a:rPr>
              <a:t> ac </a:t>
            </a:r>
            <a:r>
              <a:rPr lang="es-ES" sz="1050" dirty="0" err="1">
                <a:latin typeface="Century Gothic" panose="020B0502020202020204" pitchFamily="34" charset="0"/>
              </a:rPr>
              <a:t>vulputate</a:t>
            </a:r>
            <a:r>
              <a:rPr lang="es-ES" sz="1050" dirty="0">
                <a:latin typeface="Century Gothic" panose="020B0502020202020204" pitchFamily="34" charset="0"/>
              </a:rPr>
              <a:t> tortor, </a:t>
            </a:r>
            <a:r>
              <a:rPr lang="es-ES" sz="1050" dirty="0" err="1">
                <a:latin typeface="Century Gothic" panose="020B0502020202020204" pitchFamily="34" charset="0"/>
              </a:rPr>
              <a:t>suscipit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laoreet</a:t>
            </a:r>
            <a:r>
              <a:rPr lang="es-ES" sz="1050" dirty="0">
                <a:latin typeface="Century Gothic" panose="020B0502020202020204" pitchFamily="34" charset="0"/>
              </a:rPr>
              <a:t> odio. </a:t>
            </a:r>
            <a:r>
              <a:rPr lang="es-ES" sz="1050" dirty="0" err="1">
                <a:latin typeface="Century Gothic" panose="020B0502020202020204" pitchFamily="34" charset="0"/>
              </a:rPr>
              <a:t>Donec</a:t>
            </a:r>
            <a:r>
              <a:rPr lang="es-ES" sz="1050" dirty="0">
                <a:latin typeface="Century Gothic" panose="020B0502020202020204" pitchFamily="34" charset="0"/>
              </a:rPr>
              <a:t> a </a:t>
            </a:r>
            <a:r>
              <a:rPr lang="es-ES" sz="1050" dirty="0" err="1">
                <a:latin typeface="Century Gothic" panose="020B0502020202020204" pitchFamily="34" charset="0"/>
              </a:rPr>
              <a:t>dui</a:t>
            </a:r>
            <a:r>
              <a:rPr lang="es-ES" sz="1050" dirty="0">
                <a:latin typeface="Century Gothic" panose="020B0502020202020204" pitchFamily="34" charset="0"/>
              </a:rPr>
              <a:t> a </a:t>
            </a:r>
            <a:r>
              <a:rPr lang="es-ES" sz="1050" dirty="0" err="1">
                <a:latin typeface="Century Gothic" panose="020B0502020202020204" pitchFamily="34" charset="0"/>
              </a:rPr>
              <a:t>lacus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tristique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vestibulum</a:t>
            </a:r>
            <a:r>
              <a:rPr lang="es-ES" sz="1050" dirty="0">
                <a:latin typeface="Century Gothic" panose="020B0502020202020204" pitchFamily="34" charset="0"/>
              </a:rPr>
              <a:t>. In tortor mauris, </a:t>
            </a:r>
            <a:r>
              <a:rPr lang="es-ES" sz="1050" dirty="0" err="1">
                <a:latin typeface="Century Gothic" panose="020B0502020202020204" pitchFamily="34" charset="0"/>
              </a:rPr>
              <a:t>finibus</a:t>
            </a:r>
            <a:r>
              <a:rPr lang="es-ES" sz="1050" dirty="0">
                <a:latin typeface="Century Gothic" panose="020B0502020202020204" pitchFamily="34" charset="0"/>
              </a:rPr>
              <a:t> id </a:t>
            </a:r>
            <a:r>
              <a:rPr lang="es-ES" sz="1050" dirty="0" err="1">
                <a:latin typeface="Century Gothic" panose="020B0502020202020204" pitchFamily="34" charset="0"/>
              </a:rPr>
              <a:t>imperdiet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eu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consequat</a:t>
            </a:r>
            <a:r>
              <a:rPr lang="es-ES" sz="1050" dirty="0">
                <a:latin typeface="Century Gothic" panose="020B0502020202020204" pitchFamily="34" charset="0"/>
              </a:rPr>
              <a:t> id </a:t>
            </a:r>
            <a:r>
              <a:rPr lang="es-ES" sz="1050" dirty="0" err="1">
                <a:latin typeface="Century Gothic" panose="020B0502020202020204" pitchFamily="34" charset="0"/>
              </a:rPr>
              <a:t>arcu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Integer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fermentum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tincidunt</a:t>
            </a:r>
            <a:r>
              <a:rPr lang="es-ES" sz="1050" dirty="0">
                <a:latin typeface="Century Gothic" panose="020B0502020202020204" pitchFamily="34" charset="0"/>
              </a:rPr>
              <a:t> justo, </a:t>
            </a:r>
            <a:r>
              <a:rPr lang="es-ES" sz="1050" dirty="0" err="1">
                <a:latin typeface="Century Gothic" panose="020B0502020202020204" pitchFamily="34" charset="0"/>
              </a:rPr>
              <a:t>volutpat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cursus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lectus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sagittis</a:t>
            </a:r>
            <a:r>
              <a:rPr lang="es-ES" sz="1050" dirty="0">
                <a:latin typeface="Century Gothic" panose="020B0502020202020204" pitchFamily="34" charset="0"/>
              </a:rPr>
              <a:t> ac. </a:t>
            </a:r>
            <a:r>
              <a:rPr lang="es-ES" sz="1050" dirty="0" err="1">
                <a:latin typeface="Century Gothic" panose="020B0502020202020204" pitchFamily="34" charset="0"/>
              </a:rPr>
              <a:t>Fusce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posuere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orci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sit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amet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hendrerit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sagittis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orci</a:t>
            </a:r>
            <a:r>
              <a:rPr lang="es-ES" sz="1050" dirty="0">
                <a:latin typeface="Century Gothic" panose="020B0502020202020204" pitchFamily="34" charset="0"/>
              </a:rPr>
              <a:t> mauris lacinia </a:t>
            </a:r>
            <a:r>
              <a:rPr lang="es-ES" sz="1050" dirty="0" err="1">
                <a:latin typeface="Century Gothic" panose="020B0502020202020204" pitchFamily="34" charset="0"/>
              </a:rPr>
              <a:t>sapien</a:t>
            </a:r>
            <a:r>
              <a:rPr lang="es-ES" sz="1050" dirty="0">
                <a:latin typeface="Century Gothic" panose="020B0502020202020204" pitchFamily="34" charset="0"/>
              </a:rPr>
              <a:t>, ac </a:t>
            </a:r>
            <a:r>
              <a:rPr lang="es-ES" sz="1050" dirty="0" err="1">
                <a:latin typeface="Century Gothic" panose="020B0502020202020204" pitchFamily="34" charset="0"/>
              </a:rPr>
              <a:t>pharetra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velit</a:t>
            </a:r>
            <a:r>
              <a:rPr lang="es-ES" sz="1050" dirty="0">
                <a:latin typeface="Century Gothic" panose="020B0502020202020204" pitchFamily="34" charset="0"/>
              </a:rPr>
              <a:t> odio </a:t>
            </a:r>
            <a:r>
              <a:rPr lang="es-ES" sz="1050" dirty="0" err="1">
                <a:latin typeface="Century Gothic" panose="020B0502020202020204" pitchFamily="34" charset="0"/>
              </a:rPr>
              <a:t>pharetra</a:t>
            </a:r>
            <a:r>
              <a:rPr lang="es-ES" sz="1050" dirty="0">
                <a:latin typeface="Century Gothic" panose="020B0502020202020204" pitchFamily="34" charset="0"/>
              </a:rPr>
              <a:t> ante. </a:t>
            </a:r>
            <a:r>
              <a:rPr lang="es-ES" sz="1050" dirty="0" err="1">
                <a:latin typeface="Century Gothic" panose="020B0502020202020204" pitchFamily="34" charset="0"/>
              </a:rPr>
              <a:t>Duis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eu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nisi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condimentum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gravida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nisl</a:t>
            </a:r>
            <a:r>
              <a:rPr lang="es-ES" sz="1050" dirty="0">
                <a:latin typeface="Century Gothic" panose="020B0502020202020204" pitchFamily="34" charset="0"/>
              </a:rPr>
              <a:t> at, </a:t>
            </a:r>
            <a:r>
              <a:rPr lang="es-ES" sz="1050" dirty="0" err="1">
                <a:latin typeface="Century Gothic" panose="020B0502020202020204" pitchFamily="34" charset="0"/>
              </a:rPr>
              <a:t>venenatis</a:t>
            </a:r>
            <a:r>
              <a:rPr lang="es-ES" sz="1050" dirty="0">
                <a:latin typeface="Century Gothic" panose="020B0502020202020204" pitchFamily="34" charset="0"/>
              </a:rPr>
              <a:t> nunc. </a:t>
            </a:r>
            <a:r>
              <a:rPr lang="es-ES" sz="1050" dirty="0" err="1">
                <a:latin typeface="Century Gothic" panose="020B0502020202020204" pitchFamily="34" charset="0"/>
              </a:rPr>
              <a:t>Integer</a:t>
            </a:r>
            <a:r>
              <a:rPr lang="es-ES" sz="1050" dirty="0">
                <a:latin typeface="Century Gothic" panose="020B0502020202020204" pitchFamily="34" charset="0"/>
              </a:rPr>
              <a:t> a nunc leo.</a:t>
            </a:r>
          </a:p>
          <a:p>
            <a:pPr algn="just"/>
            <a:endParaRPr lang="es-ES" sz="1050" dirty="0">
              <a:latin typeface="Century Gothic" panose="020B0502020202020204" pitchFamily="34" charset="0"/>
            </a:endParaRPr>
          </a:p>
          <a:p>
            <a:pPr algn="just"/>
            <a:r>
              <a:rPr lang="es-ES" sz="1050" dirty="0" err="1">
                <a:latin typeface="Century Gothic" panose="020B0502020202020204" pitchFamily="34" charset="0"/>
              </a:rPr>
              <a:t>Integer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nulla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turpis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fringilla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eu</a:t>
            </a:r>
            <a:r>
              <a:rPr lang="es-ES" sz="1050" dirty="0">
                <a:latin typeface="Century Gothic" panose="020B0502020202020204" pitchFamily="34" charset="0"/>
              </a:rPr>
              <a:t> odio ac, </a:t>
            </a:r>
            <a:r>
              <a:rPr lang="es-ES" sz="1050" dirty="0" err="1">
                <a:latin typeface="Century Gothic" panose="020B0502020202020204" pitchFamily="34" charset="0"/>
              </a:rPr>
              <a:t>vulputate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porttitor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arcu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Pellentesque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habitant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morbi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tristique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senectus</a:t>
            </a:r>
            <a:r>
              <a:rPr lang="es-ES" sz="1050" dirty="0">
                <a:latin typeface="Century Gothic" panose="020B0502020202020204" pitchFamily="34" charset="0"/>
              </a:rPr>
              <a:t> et </a:t>
            </a:r>
            <a:r>
              <a:rPr lang="es-ES" sz="1050" dirty="0" err="1">
                <a:latin typeface="Century Gothic" panose="020B0502020202020204" pitchFamily="34" charset="0"/>
              </a:rPr>
              <a:t>netus</a:t>
            </a:r>
            <a:r>
              <a:rPr lang="es-ES" sz="1050" dirty="0">
                <a:latin typeface="Century Gothic" panose="020B0502020202020204" pitchFamily="34" charset="0"/>
              </a:rPr>
              <a:t> et </a:t>
            </a:r>
            <a:r>
              <a:rPr lang="es-ES" sz="1050" dirty="0" err="1">
                <a:latin typeface="Century Gothic" panose="020B0502020202020204" pitchFamily="34" charset="0"/>
              </a:rPr>
              <a:t>malesuada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fames</a:t>
            </a:r>
            <a:r>
              <a:rPr lang="es-ES" sz="1050" dirty="0">
                <a:latin typeface="Century Gothic" panose="020B0502020202020204" pitchFamily="34" charset="0"/>
              </a:rPr>
              <a:t> ac </a:t>
            </a:r>
            <a:r>
              <a:rPr lang="es-ES" sz="1050" dirty="0" err="1">
                <a:latin typeface="Century Gothic" panose="020B0502020202020204" pitchFamily="34" charset="0"/>
              </a:rPr>
              <a:t>turpis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egestas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Proin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finibus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quam</a:t>
            </a:r>
            <a:r>
              <a:rPr lang="es-ES" sz="1050" dirty="0">
                <a:latin typeface="Century Gothic" panose="020B0502020202020204" pitchFamily="34" charset="0"/>
              </a:rPr>
              <a:t> non commodo </a:t>
            </a:r>
            <a:r>
              <a:rPr lang="es-ES" sz="1050" dirty="0" err="1">
                <a:latin typeface="Century Gothic" panose="020B0502020202020204" pitchFamily="34" charset="0"/>
              </a:rPr>
              <a:t>luctus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Nullam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semper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aliquam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metus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eget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accumsan</a:t>
            </a:r>
            <a:r>
              <a:rPr lang="es-ES" sz="1050" dirty="0">
                <a:latin typeface="Century Gothic" panose="020B0502020202020204" pitchFamily="34" charset="0"/>
              </a:rPr>
              <a:t> magna. Ut </a:t>
            </a:r>
            <a:r>
              <a:rPr lang="es-ES" sz="1050" dirty="0" err="1">
                <a:latin typeface="Century Gothic" panose="020B0502020202020204" pitchFamily="34" charset="0"/>
              </a:rPr>
              <a:t>finibus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vulputate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sollicitudin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Morbi</a:t>
            </a:r>
            <a:r>
              <a:rPr lang="es-ES" sz="1050" dirty="0">
                <a:latin typeface="Century Gothic" panose="020B0502020202020204" pitchFamily="34" charset="0"/>
              </a:rPr>
              <a:t> dolor justo, </a:t>
            </a:r>
            <a:r>
              <a:rPr lang="es-ES" sz="1050" dirty="0" err="1">
                <a:latin typeface="Century Gothic" panose="020B0502020202020204" pitchFamily="34" charset="0"/>
              </a:rPr>
              <a:t>molestie</a:t>
            </a:r>
            <a:r>
              <a:rPr lang="es-ES" sz="1050" dirty="0">
                <a:latin typeface="Century Gothic" panose="020B0502020202020204" pitchFamily="34" charset="0"/>
              </a:rPr>
              <a:t> id </a:t>
            </a:r>
            <a:r>
              <a:rPr lang="es-ES" sz="1050" dirty="0" err="1">
                <a:latin typeface="Century Gothic" panose="020B0502020202020204" pitchFamily="34" charset="0"/>
              </a:rPr>
              <a:t>dapibus</a:t>
            </a:r>
            <a:r>
              <a:rPr lang="es-ES" sz="1050" dirty="0">
                <a:latin typeface="Century Gothic" panose="020B0502020202020204" pitchFamily="34" charset="0"/>
              </a:rPr>
              <a:t> a, </a:t>
            </a:r>
            <a:r>
              <a:rPr lang="es-ES" sz="1050" dirty="0" err="1">
                <a:latin typeface="Century Gothic" panose="020B0502020202020204" pitchFamily="34" charset="0"/>
              </a:rPr>
              <a:t>tincidunt</a:t>
            </a:r>
            <a:r>
              <a:rPr lang="es-ES" sz="1050" dirty="0">
                <a:latin typeface="Century Gothic" panose="020B0502020202020204" pitchFamily="34" charset="0"/>
              </a:rPr>
              <a:t> at tortor. Mauris </a:t>
            </a:r>
            <a:r>
              <a:rPr lang="es-ES" sz="1050" dirty="0" err="1">
                <a:latin typeface="Century Gothic" panose="020B0502020202020204" pitchFamily="34" charset="0"/>
              </a:rPr>
              <a:t>dapibus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pellentesque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pretium</a:t>
            </a:r>
            <a:r>
              <a:rPr lang="es-ES" sz="1050" dirty="0">
                <a:latin typeface="Century Gothic" panose="020B0502020202020204" pitchFamily="34" charset="0"/>
              </a:rPr>
              <a:t>. In dolor </a:t>
            </a:r>
            <a:r>
              <a:rPr lang="es-ES" sz="1050" dirty="0" err="1">
                <a:latin typeface="Century Gothic" panose="020B0502020202020204" pitchFamily="34" charset="0"/>
              </a:rPr>
              <a:t>purus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gravida</a:t>
            </a:r>
            <a:r>
              <a:rPr lang="es-ES" sz="1050" dirty="0">
                <a:latin typeface="Century Gothic" panose="020B0502020202020204" pitchFamily="34" charset="0"/>
              </a:rPr>
              <a:t> quis </a:t>
            </a:r>
            <a:r>
              <a:rPr lang="es-ES" sz="1050" dirty="0" err="1">
                <a:latin typeface="Century Gothic" panose="020B0502020202020204" pitchFamily="34" charset="0"/>
              </a:rPr>
              <a:t>fringilla</a:t>
            </a:r>
            <a:r>
              <a:rPr lang="es-ES" sz="1050" dirty="0">
                <a:latin typeface="Century Gothic" panose="020B0502020202020204" pitchFamily="34" charset="0"/>
              </a:rPr>
              <a:t> ut, </a:t>
            </a:r>
            <a:r>
              <a:rPr lang="es-ES" sz="1050" dirty="0" err="1">
                <a:latin typeface="Century Gothic" panose="020B0502020202020204" pitchFamily="34" charset="0"/>
              </a:rPr>
              <a:t>tincidunt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facilisis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ligula</a:t>
            </a:r>
            <a:r>
              <a:rPr lang="es-ES" sz="1050" dirty="0">
                <a:latin typeface="Century Gothic" panose="020B0502020202020204" pitchFamily="34" charset="0"/>
              </a:rPr>
              <a:t>. In </a:t>
            </a:r>
            <a:r>
              <a:rPr lang="es-ES" sz="1050" dirty="0" err="1">
                <a:latin typeface="Century Gothic" panose="020B0502020202020204" pitchFamily="34" charset="0"/>
              </a:rPr>
              <a:t>pretium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lectus</a:t>
            </a:r>
            <a:r>
              <a:rPr lang="es-ES" sz="1050" dirty="0">
                <a:latin typeface="Century Gothic" panose="020B0502020202020204" pitchFamily="34" charset="0"/>
              </a:rPr>
              <a:t> id </a:t>
            </a:r>
            <a:r>
              <a:rPr lang="es-ES" sz="1050" dirty="0" err="1">
                <a:latin typeface="Century Gothic" panose="020B0502020202020204" pitchFamily="34" charset="0"/>
              </a:rPr>
              <a:t>ligula</a:t>
            </a:r>
            <a:r>
              <a:rPr lang="es-ES" sz="1050" dirty="0">
                <a:latin typeface="Century Gothic" panose="020B0502020202020204" pitchFamily="34" charset="0"/>
              </a:rPr>
              <a:t> auctor </a:t>
            </a:r>
            <a:r>
              <a:rPr lang="es-ES" sz="1050" dirty="0" err="1">
                <a:latin typeface="Century Gothic" panose="020B0502020202020204" pitchFamily="34" charset="0"/>
              </a:rPr>
              <a:t>dapibus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Donec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pretium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pharetra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laoreet</a:t>
            </a:r>
            <a:r>
              <a:rPr lang="es-ES" sz="1050" dirty="0">
                <a:latin typeface="Century Gothic" panose="020B0502020202020204" pitchFamily="34" charset="0"/>
              </a:rPr>
              <a:t>.</a:t>
            </a:r>
          </a:p>
          <a:p>
            <a:pPr algn="just"/>
            <a:endParaRPr lang="es-ES" sz="1050" dirty="0">
              <a:latin typeface="Century Gothic" panose="020B0502020202020204" pitchFamily="34" charset="0"/>
            </a:endParaRPr>
          </a:p>
          <a:p>
            <a:pPr algn="just"/>
            <a:r>
              <a:rPr lang="es-ES" sz="1050" dirty="0" err="1">
                <a:latin typeface="Century Gothic" panose="020B0502020202020204" pitchFamily="34" charset="0"/>
              </a:rPr>
              <a:t>Suspendisse</a:t>
            </a:r>
            <a:r>
              <a:rPr lang="es-ES" sz="1050" dirty="0">
                <a:latin typeface="Century Gothic" panose="020B0502020202020204" pitchFamily="34" charset="0"/>
              </a:rPr>
              <a:t> ac </a:t>
            </a:r>
            <a:r>
              <a:rPr lang="es-ES" sz="1050" dirty="0" err="1">
                <a:latin typeface="Century Gothic" panose="020B0502020202020204" pitchFamily="34" charset="0"/>
              </a:rPr>
              <a:t>velit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vel</a:t>
            </a:r>
            <a:r>
              <a:rPr lang="es-ES" sz="1050" dirty="0">
                <a:latin typeface="Century Gothic" panose="020B0502020202020204" pitchFamily="34" charset="0"/>
              </a:rPr>
              <a:t> odio </a:t>
            </a:r>
            <a:r>
              <a:rPr lang="es-ES" sz="1050" dirty="0" err="1">
                <a:latin typeface="Century Gothic" panose="020B0502020202020204" pitchFamily="34" charset="0"/>
              </a:rPr>
              <a:t>consectetur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ultricies</a:t>
            </a:r>
            <a:r>
              <a:rPr lang="es-ES" sz="1050" dirty="0">
                <a:latin typeface="Century Gothic" panose="020B0502020202020204" pitchFamily="34" charset="0"/>
              </a:rPr>
              <a:t> non </a:t>
            </a:r>
            <a:r>
              <a:rPr lang="es-ES" sz="1050" dirty="0" err="1">
                <a:latin typeface="Century Gothic" panose="020B0502020202020204" pitchFamily="34" charset="0"/>
              </a:rPr>
              <a:t>nec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metus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Nam</a:t>
            </a:r>
            <a:r>
              <a:rPr lang="es-ES" sz="1050" dirty="0">
                <a:latin typeface="Century Gothic" panose="020B0502020202020204" pitchFamily="34" charset="0"/>
              </a:rPr>
              <a:t> vitae </a:t>
            </a:r>
            <a:r>
              <a:rPr lang="es-ES" sz="1050" dirty="0" err="1">
                <a:latin typeface="Century Gothic" panose="020B0502020202020204" pitchFamily="34" charset="0"/>
              </a:rPr>
              <a:t>dapibus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tellus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Aenean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elementum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eleifend</a:t>
            </a:r>
            <a:r>
              <a:rPr lang="es-ES" sz="1050" dirty="0">
                <a:latin typeface="Century Gothic" panose="020B0502020202020204" pitchFamily="34" charset="0"/>
              </a:rPr>
              <a:t> justo, </a:t>
            </a:r>
            <a:r>
              <a:rPr lang="es-ES" sz="1050" dirty="0" err="1">
                <a:latin typeface="Century Gothic" panose="020B0502020202020204" pitchFamily="34" charset="0"/>
              </a:rPr>
              <a:t>varius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mattis</a:t>
            </a:r>
            <a:r>
              <a:rPr lang="es-ES" sz="1050" dirty="0">
                <a:latin typeface="Century Gothic" panose="020B0502020202020204" pitchFamily="34" charset="0"/>
              </a:rPr>
              <a:t> neque </a:t>
            </a:r>
            <a:r>
              <a:rPr lang="es-ES" sz="1050" dirty="0" err="1">
                <a:latin typeface="Century Gothic" panose="020B0502020202020204" pitchFamily="34" charset="0"/>
              </a:rPr>
              <a:t>finibus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eget</a:t>
            </a:r>
            <a:r>
              <a:rPr lang="es-ES" sz="1050" dirty="0">
                <a:latin typeface="Century Gothic" panose="020B0502020202020204" pitchFamily="34" charset="0"/>
              </a:rPr>
              <a:t>. Sed </a:t>
            </a:r>
            <a:r>
              <a:rPr lang="es-ES" sz="1050" dirty="0" err="1">
                <a:latin typeface="Century Gothic" panose="020B0502020202020204" pitchFamily="34" charset="0"/>
              </a:rPr>
              <a:t>eget</a:t>
            </a:r>
            <a:r>
              <a:rPr lang="es-ES" sz="1050" dirty="0">
                <a:latin typeface="Century Gothic" panose="020B0502020202020204" pitchFamily="34" charset="0"/>
              </a:rPr>
              <a:t> tortor </a:t>
            </a:r>
            <a:r>
              <a:rPr lang="es-ES" sz="1050" dirty="0" err="1">
                <a:latin typeface="Century Gothic" panose="020B0502020202020204" pitchFamily="34" charset="0"/>
              </a:rPr>
              <a:t>eu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tellus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egestas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congue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nec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varius</a:t>
            </a:r>
            <a:r>
              <a:rPr lang="es-ES" sz="1050" dirty="0">
                <a:latin typeface="Century Gothic" panose="020B0502020202020204" pitchFamily="34" charset="0"/>
              </a:rPr>
              <a:t> ex. </a:t>
            </a:r>
            <a:r>
              <a:rPr lang="es-ES" sz="1050" dirty="0" err="1">
                <a:latin typeface="Century Gothic" panose="020B0502020202020204" pitchFamily="34" charset="0"/>
              </a:rPr>
              <a:t>Integer</a:t>
            </a:r>
            <a:r>
              <a:rPr lang="es-ES" sz="1050" dirty="0">
                <a:latin typeface="Century Gothic" panose="020B0502020202020204" pitchFamily="34" charset="0"/>
              </a:rPr>
              <a:t> mi </a:t>
            </a:r>
            <a:r>
              <a:rPr lang="es-ES" sz="1050" dirty="0" err="1">
                <a:latin typeface="Century Gothic" panose="020B0502020202020204" pitchFamily="34" charset="0"/>
              </a:rPr>
              <a:t>enim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dictum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facilisis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accumsan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posuere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pharetra</a:t>
            </a:r>
            <a:r>
              <a:rPr lang="es-ES" sz="1050" dirty="0">
                <a:latin typeface="Century Gothic" panose="020B0502020202020204" pitchFamily="34" charset="0"/>
              </a:rPr>
              <a:t> a </a:t>
            </a:r>
            <a:r>
              <a:rPr lang="es-ES" sz="1050" dirty="0" err="1">
                <a:latin typeface="Century Gothic" panose="020B0502020202020204" pitchFamily="34" charset="0"/>
              </a:rPr>
              <a:t>nulla</a:t>
            </a:r>
            <a:r>
              <a:rPr lang="es-ES" sz="1050" dirty="0">
                <a:latin typeface="Century Gothic" panose="020B0502020202020204" pitchFamily="34" charset="0"/>
              </a:rPr>
              <a:t>. Nunc </a:t>
            </a:r>
            <a:r>
              <a:rPr lang="es-ES" sz="1050" dirty="0" err="1">
                <a:latin typeface="Century Gothic" panose="020B0502020202020204" pitchFamily="34" charset="0"/>
              </a:rPr>
              <a:t>eu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volutpat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enim</a:t>
            </a:r>
            <a:r>
              <a:rPr lang="es-ES" sz="1050" dirty="0">
                <a:latin typeface="Century Gothic" panose="020B0502020202020204" pitchFamily="34" charset="0"/>
              </a:rPr>
              <a:t>. Mauris </a:t>
            </a:r>
            <a:r>
              <a:rPr lang="es-ES" sz="1050" dirty="0" err="1">
                <a:latin typeface="Century Gothic" panose="020B0502020202020204" pitchFamily="34" charset="0"/>
              </a:rPr>
              <a:t>semper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massa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vel</a:t>
            </a:r>
            <a:r>
              <a:rPr lang="es-ES" sz="1050" dirty="0">
                <a:latin typeface="Century Gothic" panose="020B0502020202020204" pitchFamily="34" charset="0"/>
              </a:rPr>
              <a:t> justo </a:t>
            </a:r>
            <a:r>
              <a:rPr lang="es-ES" sz="1050" dirty="0" err="1">
                <a:latin typeface="Century Gothic" panose="020B0502020202020204" pitchFamily="34" charset="0"/>
              </a:rPr>
              <a:t>finibus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vulputate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Integer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vel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tempus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purus</a:t>
            </a:r>
            <a:r>
              <a:rPr lang="es-ES" sz="1050" dirty="0">
                <a:latin typeface="Century Gothic" panose="020B0502020202020204" pitchFamily="34" charset="0"/>
              </a:rPr>
              <a:t>, vitae </a:t>
            </a:r>
            <a:r>
              <a:rPr lang="es-ES" sz="1050" dirty="0" err="1">
                <a:latin typeface="Century Gothic" panose="020B0502020202020204" pitchFamily="34" charset="0"/>
              </a:rPr>
              <a:t>luctus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velit</a:t>
            </a:r>
            <a:r>
              <a:rPr lang="es-ES" sz="1050" dirty="0">
                <a:latin typeface="Century Gothic" panose="020B0502020202020204" pitchFamily="34" charset="0"/>
              </a:rPr>
              <a:t>. Ut </a:t>
            </a:r>
            <a:r>
              <a:rPr lang="es-ES" sz="1050" dirty="0" err="1">
                <a:latin typeface="Century Gothic" panose="020B0502020202020204" pitchFamily="34" charset="0"/>
              </a:rPr>
              <a:t>ut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faucibus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quam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Aenean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scelerisque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lectus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vel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arcu</a:t>
            </a:r>
            <a:r>
              <a:rPr lang="es-ES" sz="1050" dirty="0">
                <a:latin typeface="Century Gothic" panose="020B0502020202020204" pitchFamily="34" charset="0"/>
              </a:rPr>
              <a:t> auctor </a:t>
            </a:r>
            <a:r>
              <a:rPr lang="es-ES" sz="1050" dirty="0" err="1">
                <a:latin typeface="Century Gothic" panose="020B0502020202020204" pitchFamily="34" charset="0"/>
              </a:rPr>
              <a:t>blandit</a:t>
            </a:r>
            <a:r>
              <a:rPr lang="es-ES" sz="1050" dirty="0">
                <a:latin typeface="Century Gothic" panose="020B0502020202020204" pitchFamily="34" charset="0"/>
              </a:rPr>
              <a:t>. Nunc id </a:t>
            </a:r>
            <a:r>
              <a:rPr lang="es-ES" sz="1050" dirty="0" err="1">
                <a:latin typeface="Century Gothic" panose="020B0502020202020204" pitchFamily="34" charset="0"/>
              </a:rPr>
              <a:t>enim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feugiat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bibendum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erat</a:t>
            </a:r>
            <a:r>
              <a:rPr lang="es-ES" sz="1050" dirty="0">
                <a:latin typeface="Century Gothic" panose="020B0502020202020204" pitchFamily="34" charset="0"/>
              </a:rPr>
              <a:t> at, </a:t>
            </a:r>
            <a:r>
              <a:rPr lang="es-ES" sz="1050" dirty="0" err="1">
                <a:latin typeface="Century Gothic" panose="020B0502020202020204" pitchFamily="34" charset="0"/>
              </a:rPr>
              <a:t>bibendum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enim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Suspendisse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tristique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felis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sit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amet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dui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gravida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viverra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Proin</a:t>
            </a:r>
            <a:r>
              <a:rPr lang="es-ES" sz="1050" dirty="0">
                <a:latin typeface="Century Gothic" panose="020B0502020202020204" pitchFamily="34" charset="0"/>
              </a:rPr>
              <a:t> porta neque in </a:t>
            </a:r>
            <a:r>
              <a:rPr lang="es-ES" sz="1050" dirty="0" err="1">
                <a:latin typeface="Century Gothic" panose="020B0502020202020204" pitchFamily="34" charset="0"/>
              </a:rPr>
              <a:t>venenatis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lobortis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Aenean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tempus</a:t>
            </a:r>
            <a:r>
              <a:rPr lang="es-ES" sz="1050" dirty="0">
                <a:latin typeface="Century Gothic" panose="020B0502020202020204" pitchFamily="34" charset="0"/>
              </a:rPr>
              <a:t> eros </a:t>
            </a:r>
            <a:r>
              <a:rPr lang="es-ES" sz="1050" dirty="0" err="1">
                <a:latin typeface="Century Gothic" panose="020B0502020202020204" pitchFamily="34" charset="0"/>
              </a:rPr>
              <a:t>sit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amet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tellus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rutrum</a:t>
            </a:r>
            <a:r>
              <a:rPr lang="es-ES" sz="1050" dirty="0">
                <a:latin typeface="Century Gothic" panose="020B0502020202020204" pitchFamily="34" charset="0"/>
              </a:rPr>
              <a:t>, id </a:t>
            </a:r>
            <a:r>
              <a:rPr lang="es-ES" sz="1050" dirty="0" err="1">
                <a:latin typeface="Century Gothic" panose="020B0502020202020204" pitchFamily="34" charset="0"/>
              </a:rPr>
              <a:t>pharetra</a:t>
            </a:r>
            <a:r>
              <a:rPr lang="es-ES" sz="1050" dirty="0">
                <a:latin typeface="Century Gothic" panose="020B0502020202020204" pitchFamily="34" charset="0"/>
              </a:rPr>
              <a:t> odio </a:t>
            </a:r>
            <a:r>
              <a:rPr lang="es-ES" sz="1050" dirty="0" err="1">
                <a:latin typeface="Century Gothic" panose="020B0502020202020204" pitchFamily="34" charset="0"/>
              </a:rPr>
              <a:t>cursus</a:t>
            </a:r>
            <a:r>
              <a:rPr lang="es-ES" sz="1050" dirty="0">
                <a:latin typeface="Century Gothic" panose="020B0502020202020204" pitchFamily="34" charset="0"/>
              </a:rPr>
              <a:t>.</a:t>
            </a:r>
          </a:p>
          <a:p>
            <a:pPr algn="just"/>
            <a:endParaRPr lang="es-ES" sz="1050" dirty="0">
              <a:latin typeface="Century Gothic" panose="020B0502020202020204" pitchFamily="34" charset="0"/>
            </a:endParaRPr>
          </a:p>
          <a:p>
            <a:pPr algn="just"/>
            <a:r>
              <a:rPr lang="es-ES" sz="1050" dirty="0">
                <a:latin typeface="Century Gothic" panose="020B0502020202020204" pitchFamily="34" charset="0"/>
              </a:rPr>
              <a:t>Lorem </a:t>
            </a:r>
            <a:r>
              <a:rPr lang="es-ES" sz="1050" dirty="0" err="1">
                <a:latin typeface="Century Gothic" panose="020B0502020202020204" pitchFamily="34" charset="0"/>
              </a:rPr>
              <a:t>ipsum</a:t>
            </a:r>
            <a:r>
              <a:rPr lang="es-ES" sz="1050" dirty="0">
                <a:latin typeface="Century Gothic" panose="020B0502020202020204" pitchFamily="34" charset="0"/>
              </a:rPr>
              <a:t> dolor </a:t>
            </a:r>
            <a:r>
              <a:rPr lang="es-ES" sz="1050" dirty="0" err="1">
                <a:latin typeface="Century Gothic" panose="020B0502020202020204" pitchFamily="34" charset="0"/>
              </a:rPr>
              <a:t>sit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amet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consectetur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adipiscing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elit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Praesent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condimentum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consequat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mollis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Integer</a:t>
            </a:r>
            <a:r>
              <a:rPr lang="es-ES" sz="1050" dirty="0">
                <a:latin typeface="Century Gothic" panose="020B0502020202020204" pitchFamily="34" charset="0"/>
              </a:rPr>
              <a:t> vitae </a:t>
            </a:r>
            <a:r>
              <a:rPr lang="es-ES" sz="1050" dirty="0" err="1">
                <a:latin typeface="Century Gothic" panose="020B0502020202020204" pitchFamily="34" charset="0"/>
              </a:rPr>
              <a:t>ipsum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pharetra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aliquet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purus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mollis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fringilla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enim</a:t>
            </a:r>
            <a:r>
              <a:rPr lang="es-ES" sz="1050" dirty="0">
                <a:latin typeface="Century Gothic" panose="020B0502020202020204" pitchFamily="34" charset="0"/>
              </a:rPr>
              <a:t>. Sed </a:t>
            </a:r>
            <a:r>
              <a:rPr lang="es-ES" sz="1050" dirty="0" err="1">
                <a:latin typeface="Century Gothic" panose="020B0502020202020204" pitchFamily="34" charset="0"/>
              </a:rPr>
              <a:t>porttitor</a:t>
            </a:r>
            <a:r>
              <a:rPr lang="es-ES" sz="1050" dirty="0">
                <a:latin typeface="Century Gothic" panose="020B0502020202020204" pitchFamily="34" charset="0"/>
              </a:rPr>
              <a:t> commodo </a:t>
            </a:r>
            <a:r>
              <a:rPr lang="es-ES" sz="1050" dirty="0" err="1">
                <a:latin typeface="Century Gothic" panose="020B0502020202020204" pitchFamily="34" charset="0"/>
              </a:rPr>
              <a:t>est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sit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amet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tincidunt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enim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condimentum</a:t>
            </a:r>
            <a:r>
              <a:rPr lang="es-ES" sz="1050" dirty="0">
                <a:latin typeface="Century Gothic" panose="020B0502020202020204" pitchFamily="34" charset="0"/>
              </a:rPr>
              <a:t> id. </a:t>
            </a:r>
            <a:r>
              <a:rPr lang="es-ES" sz="1050" dirty="0" err="1">
                <a:latin typeface="Century Gothic" panose="020B0502020202020204" pitchFamily="34" charset="0"/>
              </a:rPr>
              <a:t>Donec</a:t>
            </a:r>
            <a:r>
              <a:rPr lang="es-ES" sz="1050" dirty="0">
                <a:latin typeface="Century Gothic" panose="020B0502020202020204" pitchFamily="34" charset="0"/>
              </a:rPr>
              <a:t> ornare </a:t>
            </a:r>
            <a:r>
              <a:rPr lang="es-ES" sz="1050" dirty="0" err="1">
                <a:latin typeface="Century Gothic" panose="020B0502020202020204" pitchFamily="34" charset="0"/>
              </a:rPr>
              <a:t>consectetur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laoreet</a:t>
            </a:r>
            <a:r>
              <a:rPr lang="es-ES" sz="1050" dirty="0">
                <a:latin typeface="Century Gothic" panose="020B0502020202020204" pitchFamily="34" charset="0"/>
              </a:rPr>
              <a:t>. Sed </a:t>
            </a:r>
            <a:r>
              <a:rPr lang="es-ES" sz="1050" dirty="0" err="1">
                <a:latin typeface="Century Gothic" panose="020B0502020202020204" pitchFamily="34" charset="0"/>
              </a:rPr>
              <a:t>tempus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tristique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massa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Vestibulum</a:t>
            </a:r>
            <a:r>
              <a:rPr lang="es-ES" sz="1050" dirty="0">
                <a:latin typeface="Century Gothic" panose="020B0502020202020204" pitchFamily="34" charset="0"/>
              </a:rPr>
              <a:t> at </a:t>
            </a:r>
            <a:r>
              <a:rPr lang="es-ES" sz="1050" dirty="0" err="1">
                <a:latin typeface="Century Gothic" panose="020B0502020202020204" pitchFamily="34" charset="0"/>
              </a:rPr>
              <a:t>cursus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quam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eu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dapibus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orci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Maecenas</a:t>
            </a:r>
            <a:r>
              <a:rPr lang="es-ES" sz="1050" dirty="0">
                <a:latin typeface="Century Gothic" panose="020B0502020202020204" pitchFamily="34" charset="0"/>
              </a:rPr>
              <a:t> et </a:t>
            </a:r>
            <a:r>
              <a:rPr lang="es-ES" sz="1050" dirty="0" err="1">
                <a:latin typeface="Century Gothic" panose="020B0502020202020204" pitchFamily="34" charset="0"/>
              </a:rPr>
              <a:t>augue</a:t>
            </a:r>
            <a:r>
              <a:rPr lang="es-ES" sz="1050" dirty="0">
                <a:latin typeface="Century Gothic" panose="020B0502020202020204" pitchFamily="34" charset="0"/>
              </a:rPr>
              <a:t> ut </a:t>
            </a:r>
            <a:r>
              <a:rPr lang="es-ES" sz="1050" dirty="0" err="1">
                <a:latin typeface="Century Gothic" panose="020B0502020202020204" pitchFamily="34" charset="0"/>
              </a:rPr>
              <a:t>dui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hendrerit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malesuada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laoreet</a:t>
            </a:r>
            <a:r>
              <a:rPr lang="es-ES" sz="1050" dirty="0">
                <a:latin typeface="Century Gothic" panose="020B0502020202020204" pitchFamily="34" charset="0"/>
              </a:rPr>
              <a:t> et odio. </a:t>
            </a:r>
          </a:p>
        </p:txBody>
      </p:sp>
      <p:sp>
        <p:nvSpPr>
          <p:cNvPr id="2" name="Título 1" descr="{&quot;id&quot;:&quot;7&quot;,&quot;type&quot;:&quot;text&quot;,&quot;editable&quot;:&quot;False&quot;, &quot;format&quot;:&quot;Pagina &lt;numero_pagina&gt;&quot;}">
            <a:extLst>
              <a:ext uri="{FF2B5EF4-FFF2-40B4-BE49-F238E27FC236}">
                <a16:creationId xmlns:a16="http://schemas.microsoft.com/office/drawing/2014/main" id="{6CE59593-5949-B29E-1055-6505DE6B8611}"/>
              </a:ext>
            </a:extLst>
          </p:cNvPr>
          <p:cNvSpPr txBox="1">
            <a:spLocks/>
          </p:cNvSpPr>
          <p:nvPr/>
        </p:nvSpPr>
        <p:spPr>
          <a:xfrm>
            <a:off x="5272268" y="9564546"/>
            <a:ext cx="1585732" cy="34145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1000" b="1" dirty="0">
                <a:solidFill>
                  <a:srgbClr val="7EB900"/>
                </a:solidFill>
                <a:latin typeface="Century Gothic" panose="020B0502020202020204" pitchFamily="34" charset="0"/>
              </a:rPr>
              <a:t>Página X</a:t>
            </a:r>
          </a:p>
        </p:txBody>
      </p:sp>
    </p:spTree>
    <p:extLst>
      <p:ext uri="{BB962C8B-B14F-4D97-AF65-F5344CB8AC3E}">
        <p14:creationId xmlns:p14="http://schemas.microsoft.com/office/powerpoint/2010/main" val="29590356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B737AF-1FB2-336D-660B-6D8E8A2FC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 descr="{&quot;id&quot;:&quot;1&quot;,&quot;type&quot;:&quot;text&quot;,&quot;editable&quot;:&quot;False&quot;, &quot;format&quot;:&quot;&lt;asignatura&gt;&quot;}">
            <a:extLst>
              <a:ext uri="{FF2B5EF4-FFF2-40B4-BE49-F238E27FC236}">
                <a16:creationId xmlns:a16="http://schemas.microsoft.com/office/drawing/2014/main" id="{6ADE1F00-5005-05C6-FD30-ABF6A4FB1FD9}"/>
              </a:ext>
            </a:extLst>
          </p:cNvPr>
          <p:cNvSpPr txBox="1">
            <a:spLocks/>
          </p:cNvSpPr>
          <p:nvPr/>
        </p:nvSpPr>
        <p:spPr>
          <a:xfrm>
            <a:off x="64384" y="179407"/>
            <a:ext cx="1585732" cy="34145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1000" b="1" dirty="0">
                <a:solidFill>
                  <a:srgbClr val="7EB900"/>
                </a:solidFill>
                <a:latin typeface="Century Gothic" panose="020B0502020202020204" pitchFamily="34" charset="0"/>
              </a:rPr>
              <a:t>Nombre Asignatura</a:t>
            </a:r>
          </a:p>
        </p:txBody>
      </p:sp>
      <p:sp>
        <p:nvSpPr>
          <p:cNvPr id="5" name="Título 1" descr="{&quot;id&quot;:&quot;2&quot;,&quot;type&quot;:&quot;text&quot;,&quot;editable&quot;:&quot;False&quot;, &quot;format&quot;:&quot;&lt;curso&gt;&quot;}">
            <a:extLst>
              <a:ext uri="{FF2B5EF4-FFF2-40B4-BE49-F238E27FC236}">
                <a16:creationId xmlns:a16="http://schemas.microsoft.com/office/drawing/2014/main" id="{F5FA074B-B270-EDA1-D38E-07FD5A3CFC7B}"/>
              </a:ext>
            </a:extLst>
          </p:cNvPr>
          <p:cNvSpPr txBox="1">
            <a:spLocks/>
          </p:cNvSpPr>
          <p:nvPr/>
        </p:nvSpPr>
        <p:spPr>
          <a:xfrm>
            <a:off x="2650601" y="179407"/>
            <a:ext cx="1585732" cy="34145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1000" b="1" dirty="0">
                <a:solidFill>
                  <a:srgbClr val="7EB900"/>
                </a:solidFill>
                <a:latin typeface="Century Gothic" panose="020B0502020202020204" pitchFamily="34" charset="0"/>
              </a:rPr>
              <a:t>Curso Académico</a:t>
            </a:r>
          </a:p>
        </p:txBody>
      </p:sp>
      <p:pic>
        <p:nvPicPr>
          <p:cNvPr id="1028" name="Picture 4" descr="Ferrer Logo &amp; Brand Assets (SVG, PNG and vector) - Brandfetch">
            <a:extLst>
              <a:ext uri="{FF2B5EF4-FFF2-40B4-BE49-F238E27FC236}">
                <a16:creationId xmlns:a16="http://schemas.microsoft.com/office/drawing/2014/main" id="{4BC7AC25-038D-CF68-2466-D9898146B2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7711" y="144742"/>
            <a:ext cx="318244" cy="318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uadroTexto 7" descr="{&quot;id&quot;:&quot;5&quot;,&quot;type&quot;:&quot;text&quot;,&quot;editable&quot;:&quot;True&quot;, &quot;format&quot;:&quot;&lt;numero_unidad_formativa&gt;.&lt;numero_capítulo&gt;.&lt;numero_sección&gt;: &lt;titulo_de_la_sección&gt;&quot;}">
            <a:extLst>
              <a:ext uri="{FF2B5EF4-FFF2-40B4-BE49-F238E27FC236}">
                <a16:creationId xmlns:a16="http://schemas.microsoft.com/office/drawing/2014/main" id="{41134D91-2880-C476-B1D1-ADC67B81FB0E}"/>
              </a:ext>
            </a:extLst>
          </p:cNvPr>
          <p:cNvSpPr txBox="1"/>
          <p:nvPr/>
        </p:nvSpPr>
        <p:spPr>
          <a:xfrm>
            <a:off x="505227" y="747875"/>
            <a:ext cx="43173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rgbClr val="7EB900"/>
                </a:solidFill>
                <a:latin typeface="Century Gothic" panose="020B0502020202020204" pitchFamily="34" charset="0"/>
              </a:rPr>
              <a:t>X.Y.Z Título de la sección</a:t>
            </a:r>
            <a:endParaRPr lang="es-ES" sz="1200" dirty="0"/>
          </a:p>
        </p:txBody>
      </p:sp>
      <p:sp>
        <p:nvSpPr>
          <p:cNvPr id="10" name="CuadroTexto 9" descr="{&quot;id&quot;:&quot;6&quot;,&quot;type&quot;:&quot;text&quot;,&quot;editable&quot;:&quot;True&quot;, &quot;format&quot;:&quot;&lt;content&gt;&quot;}">
            <a:extLst>
              <a:ext uri="{FF2B5EF4-FFF2-40B4-BE49-F238E27FC236}">
                <a16:creationId xmlns:a16="http://schemas.microsoft.com/office/drawing/2014/main" id="{CE0649A0-9717-54CF-765B-705EC37EED57}"/>
              </a:ext>
            </a:extLst>
          </p:cNvPr>
          <p:cNvSpPr txBox="1"/>
          <p:nvPr/>
        </p:nvSpPr>
        <p:spPr>
          <a:xfrm>
            <a:off x="505227" y="1148080"/>
            <a:ext cx="5801978" cy="81714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1050" dirty="0">
                <a:latin typeface="Century Gothic" panose="020B0502020202020204" pitchFamily="34" charset="0"/>
              </a:rPr>
              <a:t>Lorem </a:t>
            </a:r>
            <a:r>
              <a:rPr lang="es-ES" sz="1050" dirty="0" err="1">
                <a:latin typeface="Century Gothic" panose="020B0502020202020204" pitchFamily="34" charset="0"/>
              </a:rPr>
              <a:t>ipsum</a:t>
            </a:r>
            <a:r>
              <a:rPr lang="es-ES" sz="1050" dirty="0">
                <a:latin typeface="Century Gothic" panose="020B0502020202020204" pitchFamily="34" charset="0"/>
              </a:rPr>
              <a:t> dolor </a:t>
            </a:r>
            <a:r>
              <a:rPr lang="es-ES" sz="1050" dirty="0" err="1">
                <a:latin typeface="Century Gothic" panose="020B0502020202020204" pitchFamily="34" charset="0"/>
              </a:rPr>
              <a:t>sit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amet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consectetur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adipiscing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elit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Praesent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condimentum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consequat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mollis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Integer</a:t>
            </a:r>
            <a:r>
              <a:rPr lang="es-ES" sz="1050" dirty="0">
                <a:latin typeface="Century Gothic" panose="020B0502020202020204" pitchFamily="34" charset="0"/>
              </a:rPr>
              <a:t> vitae </a:t>
            </a:r>
            <a:r>
              <a:rPr lang="es-ES" sz="1050" dirty="0" err="1">
                <a:latin typeface="Century Gothic" panose="020B0502020202020204" pitchFamily="34" charset="0"/>
              </a:rPr>
              <a:t>ipsum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pharetra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aliquet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purus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mollis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fringilla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enim</a:t>
            </a:r>
            <a:r>
              <a:rPr lang="es-ES" sz="1050" dirty="0">
                <a:latin typeface="Century Gothic" panose="020B0502020202020204" pitchFamily="34" charset="0"/>
              </a:rPr>
              <a:t>. Sed </a:t>
            </a:r>
            <a:r>
              <a:rPr lang="es-ES" sz="1050" dirty="0" err="1">
                <a:latin typeface="Century Gothic" panose="020B0502020202020204" pitchFamily="34" charset="0"/>
              </a:rPr>
              <a:t>porttitor</a:t>
            </a:r>
            <a:r>
              <a:rPr lang="es-ES" sz="1050" dirty="0">
                <a:latin typeface="Century Gothic" panose="020B0502020202020204" pitchFamily="34" charset="0"/>
              </a:rPr>
              <a:t> commodo </a:t>
            </a:r>
            <a:r>
              <a:rPr lang="es-ES" sz="1050" dirty="0" err="1">
                <a:latin typeface="Century Gothic" panose="020B0502020202020204" pitchFamily="34" charset="0"/>
              </a:rPr>
              <a:t>est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sit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amet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tincidunt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enim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condimentum</a:t>
            </a:r>
            <a:r>
              <a:rPr lang="es-ES" sz="1050" dirty="0">
                <a:latin typeface="Century Gothic" panose="020B0502020202020204" pitchFamily="34" charset="0"/>
              </a:rPr>
              <a:t> id. </a:t>
            </a:r>
            <a:r>
              <a:rPr lang="es-ES" sz="1050" dirty="0" err="1">
                <a:latin typeface="Century Gothic" panose="020B0502020202020204" pitchFamily="34" charset="0"/>
              </a:rPr>
              <a:t>Donec</a:t>
            </a:r>
            <a:r>
              <a:rPr lang="es-ES" sz="1050" dirty="0">
                <a:latin typeface="Century Gothic" panose="020B0502020202020204" pitchFamily="34" charset="0"/>
              </a:rPr>
              <a:t> ornare </a:t>
            </a:r>
            <a:r>
              <a:rPr lang="es-ES" sz="1050" dirty="0" err="1">
                <a:latin typeface="Century Gothic" panose="020B0502020202020204" pitchFamily="34" charset="0"/>
              </a:rPr>
              <a:t>consectetur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laoreet</a:t>
            </a:r>
            <a:r>
              <a:rPr lang="es-ES" sz="1050" dirty="0">
                <a:latin typeface="Century Gothic" panose="020B0502020202020204" pitchFamily="34" charset="0"/>
              </a:rPr>
              <a:t>. Sed </a:t>
            </a:r>
            <a:r>
              <a:rPr lang="es-ES" sz="1050" dirty="0" err="1">
                <a:latin typeface="Century Gothic" panose="020B0502020202020204" pitchFamily="34" charset="0"/>
              </a:rPr>
              <a:t>tempus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tristique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massa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Vestibulum</a:t>
            </a:r>
            <a:r>
              <a:rPr lang="es-ES" sz="1050" dirty="0">
                <a:latin typeface="Century Gothic" panose="020B0502020202020204" pitchFamily="34" charset="0"/>
              </a:rPr>
              <a:t> at </a:t>
            </a:r>
            <a:r>
              <a:rPr lang="es-ES" sz="1050" dirty="0" err="1">
                <a:latin typeface="Century Gothic" panose="020B0502020202020204" pitchFamily="34" charset="0"/>
              </a:rPr>
              <a:t>cursus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quam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eu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dapibus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orci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Maecenas</a:t>
            </a:r>
            <a:r>
              <a:rPr lang="es-ES" sz="1050" dirty="0">
                <a:latin typeface="Century Gothic" panose="020B0502020202020204" pitchFamily="34" charset="0"/>
              </a:rPr>
              <a:t> et </a:t>
            </a:r>
            <a:r>
              <a:rPr lang="es-ES" sz="1050" dirty="0" err="1">
                <a:latin typeface="Century Gothic" panose="020B0502020202020204" pitchFamily="34" charset="0"/>
              </a:rPr>
              <a:t>augue</a:t>
            </a:r>
            <a:r>
              <a:rPr lang="es-ES" sz="1050" dirty="0">
                <a:latin typeface="Century Gothic" panose="020B0502020202020204" pitchFamily="34" charset="0"/>
              </a:rPr>
              <a:t> ut </a:t>
            </a:r>
            <a:r>
              <a:rPr lang="es-ES" sz="1050" dirty="0" err="1">
                <a:latin typeface="Century Gothic" panose="020B0502020202020204" pitchFamily="34" charset="0"/>
              </a:rPr>
              <a:t>dui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hendrerit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malesuada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laoreet</a:t>
            </a:r>
            <a:r>
              <a:rPr lang="es-ES" sz="1050" dirty="0">
                <a:latin typeface="Century Gothic" panose="020B0502020202020204" pitchFamily="34" charset="0"/>
              </a:rPr>
              <a:t> et odio. Cras </a:t>
            </a:r>
            <a:r>
              <a:rPr lang="es-ES" sz="1050" dirty="0" err="1">
                <a:latin typeface="Century Gothic" panose="020B0502020202020204" pitchFamily="34" charset="0"/>
              </a:rPr>
              <a:t>aliquam</a:t>
            </a:r>
            <a:r>
              <a:rPr lang="es-ES" sz="1050" dirty="0">
                <a:latin typeface="Century Gothic" panose="020B0502020202020204" pitchFamily="34" charset="0"/>
              </a:rPr>
              <a:t> eros </a:t>
            </a:r>
            <a:r>
              <a:rPr lang="es-ES" sz="1050" dirty="0" err="1">
                <a:latin typeface="Century Gothic" panose="020B0502020202020204" pitchFamily="34" charset="0"/>
              </a:rPr>
              <a:t>pretium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elit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mattis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vulputate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Praesent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molestie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risus</a:t>
            </a:r>
            <a:r>
              <a:rPr lang="es-ES" sz="1050" dirty="0">
                <a:latin typeface="Century Gothic" panose="020B0502020202020204" pitchFamily="34" charset="0"/>
              </a:rPr>
              <a:t> neque, ac </a:t>
            </a:r>
            <a:r>
              <a:rPr lang="es-ES" sz="1050" dirty="0" err="1">
                <a:latin typeface="Century Gothic" panose="020B0502020202020204" pitchFamily="34" charset="0"/>
              </a:rPr>
              <a:t>dapibus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augue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aliquam</a:t>
            </a:r>
            <a:r>
              <a:rPr lang="es-ES" sz="1050" dirty="0">
                <a:latin typeface="Century Gothic" panose="020B0502020202020204" pitchFamily="34" charset="0"/>
              </a:rPr>
              <a:t> vitae. Mauris </a:t>
            </a:r>
            <a:r>
              <a:rPr lang="es-ES" sz="1050" dirty="0" err="1">
                <a:latin typeface="Century Gothic" panose="020B0502020202020204" pitchFamily="34" charset="0"/>
              </a:rPr>
              <a:t>nulla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lacus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pretium</a:t>
            </a:r>
            <a:r>
              <a:rPr lang="es-ES" sz="1050" dirty="0">
                <a:latin typeface="Century Gothic" panose="020B0502020202020204" pitchFamily="34" charset="0"/>
              </a:rPr>
              <a:t> et </a:t>
            </a:r>
            <a:r>
              <a:rPr lang="es-ES" sz="1050" dirty="0" err="1">
                <a:latin typeface="Century Gothic" panose="020B0502020202020204" pitchFamily="34" charset="0"/>
              </a:rPr>
              <a:t>imperdiet</a:t>
            </a:r>
            <a:r>
              <a:rPr lang="es-ES" sz="1050" dirty="0">
                <a:latin typeface="Century Gothic" panose="020B0502020202020204" pitchFamily="34" charset="0"/>
              </a:rPr>
              <a:t> ut, pulvinar et </a:t>
            </a:r>
            <a:r>
              <a:rPr lang="es-ES" sz="1050" dirty="0" err="1">
                <a:latin typeface="Century Gothic" panose="020B0502020202020204" pitchFamily="34" charset="0"/>
              </a:rPr>
              <a:t>risus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Interdum</a:t>
            </a:r>
            <a:r>
              <a:rPr lang="es-ES" sz="1050" dirty="0">
                <a:latin typeface="Century Gothic" panose="020B0502020202020204" pitchFamily="34" charset="0"/>
              </a:rPr>
              <a:t> et </a:t>
            </a:r>
            <a:r>
              <a:rPr lang="es-ES" sz="1050" dirty="0" err="1">
                <a:latin typeface="Century Gothic" panose="020B0502020202020204" pitchFamily="34" charset="0"/>
              </a:rPr>
              <a:t>malesuada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fames</a:t>
            </a:r>
            <a:r>
              <a:rPr lang="es-ES" sz="1050" dirty="0">
                <a:latin typeface="Century Gothic" panose="020B0502020202020204" pitchFamily="34" charset="0"/>
              </a:rPr>
              <a:t> ac ante </a:t>
            </a:r>
            <a:r>
              <a:rPr lang="es-ES" sz="1050" dirty="0" err="1">
                <a:latin typeface="Century Gothic" panose="020B0502020202020204" pitchFamily="34" charset="0"/>
              </a:rPr>
              <a:t>ipsum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primis</a:t>
            </a:r>
            <a:r>
              <a:rPr lang="es-ES" sz="1050" dirty="0">
                <a:latin typeface="Century Gothic" panose="020B0502020202020204" pitchFamily="34" charset="0"/>
              </a:rPr>
              <a:t> in </a:t>
            </a:r>
            <a:r>
              <a:rPr lang="es-ES" sz="1050" dirty="0" err="1">
                <a:latin typeface="Century Gothic" panose="020B0502020202020204" pitchFamily="34" charset="0"/>
              </a:rPr>
              <a:t>faucibus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Vestibulum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vel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felis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eget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erat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cursus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elementum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sit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amet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vel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quam</a:t>
            </a:r>
            <a:r>
              <a:rPr lang="es-ES" sz="1050" dirty="0">
                <a:latin typeface="Century Gothic" panose="020B0502020202020204" pitchFamily="34" charset="0"/>
              </a:rPr>
              <a:t>.</a:t>
            </a:r>
          </a:p>
          <a:p>
            <a:pPr algn="just"/>
            <a:endParaRPr lang="es-ES" sz="1050" dirty="0">
              <a:latin typeface="Century Gothic" panose="020B0502020202020204" pitchFamily="34" charset="0"/>
            </a:endParaRPr>
          </a:p>
          <a:p>
            <a:pPr algn="just"/>
            <a:r>
              <a:rPr lang="es-ES" sz="1050" dirty="0" err="1">
                <a:latin typeface="Century Gothic" panose="020B0502020202020204" pitchFamily="34" charset="0"/>
              </a:rPr>
              <a:t>Integer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eget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maximus</a:t>
            </a:r>
            <a:r>
              <a:rPr lang="es-ES" sz="1050" dirty="0">
                <a:latin typeface="Century Gothic" panose="020B0502020202020204" pitchFamily="34" charset="0"/>
              </a:rPr>
              <a:t> neque, id commodo </a:t>
            </a:r>
            <a:r>
              <a:rPr lang="es-ES" sz="1050" dirty="0" err="1">
                <a:latin typeface="Century Gothic" panose="020B0502020202020204" pitchFamily="34" charset="0"/>
              </a:rPr>
              <a:t>metus</a:t>
            </a:r>
            <a:r>
              <a:rPr lang="es-ES" sz="1050" dirty="0">
                <a:latin typeface="Century Gothic" panose="020B0502020202020204" pitchFamily="34" charset="0"/>
              </a:rPr>
              <a:t>. In </a:t>
            </a:r>
            <a:r>
              <a:rPr lang="es-ES" sz="1050" dirty="0" err="1">
                <a:latin typeface="Century Gothic" panose="020B0502020202020204" pitchFamily="34" charset="0"/>
              </a:rPr>
              <a:t>finibus</a:t>
            </a:r>
            <a:r>
              <a:rPr lang="es-ES" sz="1050" dirty="0">
                <a:latin typeface="Century Gothic" panose="020B0502020202020204" pitchFamily="34" charset="0"/>
              </a:rPr>
              <a:t> a </a:t>
            </a:r>
            <a:r>
              <a:rPr lang="es-ES" sz="1050" dirty="0" err="1">
                <a:latin typeface="Century Gothic" panose="020B0502020202020204" pitchFamily="34" charset="0"/>
              </a:rPr>
              <a:t>erat</a:t>
            </a:r>
            <a:r>
              <a:rPr lang="es-ES" sz="1050" dirty="0">
                <a:latin typeface="Century Gothic" panose="020B0502020202020204" pitchFamily="34" charset="0"/>
              </a:rPr>
              <a:t> sed </a:t>
            </a:r>
            <a:r>
              <a:rPr lang="es-ES" sz="1050" dirty="0" err="1">
                <a:latin typeface="Century Gothic" panose="020B0502020202020204" pitchFamily="34" charset="0"/>
              </a:rPr>
              <a:t>interdum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Maecenas</a:t>
            </a:r>
            <a:r>
              <a:rPr lang="es-ES" sz="1050" dirty="0">
                <a:latin typeface="Century Gothic" panose="020B0502020202020204" pitchFamily="34" charset="0"/>
              </a:rPr>
              <a:t> non </a:t>
            </a:r>
            <a:r>
              <a:rPr lang="es-ES" sz="1050" dirty="0" err="1">
                <a:latin typeface="Century Gothic" panose="020B0502020202020204" pitchFamily="34" charset="0"/>
              </a:rPr>
              <a:t>orci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felis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Maecenas</a:t>
            </a:r>
            <a:r>
              <a:rPr lang="es-ES" sz="1050" dirty="0">
                <a:latin typeface="Century Gothic" panose="020B0502020202020204" pitchFamily="34" charset="0"/>
              </a:rPr>
              <a:t> lacinia </a:t>
            </a:r>
            <a:r>
              <a:rPr lang="es-ES" sz="1050" dirty="0" err="1">
                <a:latin typeface="Century Gothic" panose="020B0502020202020204" pitchFamily="34" charset="0"/>
              </a:rPr>
              <a:t>metus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dui</a:t>
            </a:r>
            <a:r>
              <a:rPr lang="es-ES" sz="1050" dirty="0">
                <a:latin typeface="Century Gothic" panose="020B0502020202020204" pitchFamily="34" charset="0"/>
              </a:rPr>
              <a:t>, ac commodo </a:t>
            </a:r>
            <a:r>
              <a:rPr lang="es-ES" sz="1050" dirty="0" err="1">
                <a:latin typeface="Century Gothic" panose="020B0502020202020204" pitchFamily="34" charset="0"/>
              </a:rPr>
              <a:t>erat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laoreet</a:t>
            </a:r>
            <a:r>
              <a:rPr lang="es-ES" sz="1050" dirty="0">
                <a:latin typeface="Century Gothic" panose="020B0502020202020204" pitchFamily="34" charset="0"/>
              </a:rPr>
              <a:t> non. </a:t>
            </a:r>
            <a:r>
              <a:rPr lang="es-ES" sz="1050" dirty="0" err="1">
                <a:latin typeface="Century Gothic" panose="020B0502020202020204" pitchFamily="34" charset="0"/>
              </a:rPr>
              <a:t>Curabitur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dictum</a:t>
            </a:r>
            <a:r>
              <a:rPr lang="es-ES" sz="1050" dirty="0">
                <a:latin typeface="Century Gothic" panose="020B0502020202020204" pitchFamily="34" charset="0"/>
              </a:rPr>
              <a:t> ornare ex </a:t>
            </a:r>
            <a:r>
              <a:rPr lang="es-ES" sz="1050" dirty="0" err="1">
                <a:latin typeface="Century Gothic" panose="020B0502020202020204" pitchFamily="34" charset="0"/>
              </a:rPr>
              <a:t>nec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vestibulum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Nulla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molestie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nibh</a:t>
            </a:r>
            <a:r>
              <a:rPr lang="es-ES" sz="1050" dirty="0">
                <a:latin typeface="Century Gothic" panose="020B0502020202020204" pitchFamily="34" charset="0"/>
              </a:rPr>
              <a:t> ut </a:t>
            </a:r>
            <a:r>
              <a:rPr lang="es-ES" sz="1050" dirty="0" err="1">
                <a:latin typeface="Century Gothic" panose="020B0502020202020204" pitchFamily="34" charset="0"/>
              </a:rPr>
              <a:t>iaculis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molestie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ligula</a:t>
            </a:r>
            <a:r>
              <a:rPr lang="es-ES" sz="1050" dirty="0">
                <a:latin typeface="Century Gothic" panose="020B0502020202020204" pitchFamily="34" charset="0"/>
              </a:rPr>
              <a:t> eros </a:t>
            </a:r>
            <a:r>
              <a:rPr lang="es-ES" sz="1050" dirty="0" err="1">
                <a:latin typeface="Century Gothic" panose="020B0502020202020204" pitchFamily="34" charset="0"/>
              </a:rPr>
              <a:t>hendrerit</a:t>
            </a:r>
            <a:r>
              <a:rPr lang="es-ES" sz="1050" dirty="0">
                <a:latin typeface="Century Gothic" panose="020B0502020202020204" pitchFamily="34" charset="0"/>
              </a:rPr>
              <a:t> neque, quis lacinia </a:t>
            </a:r>
            <a:r>
              <a:rPr lang="es-ES" sz="1050" dirty="0" err="1">
                <a:latin typeface="Century Gothic" panose="020B0502020202020204" pitchFamily="34" charset="0"/>
              </a:rPr>
              <a:t>diam</a:t>
            </a:r>
            <a:r>
              <a:rPr lang="es-ES" sz="1050" dirty="0">
                <a:latin typeface="Century Gothic" panose="020B0502020202020204" pitchFamily="34" charset="0"/>
              </a:rPr>
              <a:t> mauris in </a:t>
            </a:r>
            <a:r>
              <a:rPr lang="es-ES" sz="1050" dirty="0" err="1">
                <a:latin typeface="Century Gothic" panose="020B0502020202020204" pitchFamily="34" charset="0"/>
              </a:rPr>
              <a:t>ligula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Pellentesque</a:t>
            </a:r>
            <a:r>
              <a:rPr lang="es-ES" sz="1050" dirty="0">
                <a:latin typeface="Century Gothic" panose="020B0502020202020204" pitchFamily="34" charset="0"/>
              </a:rPr>
              <a:t> id </a:t>
            </a:r>
            <a:r>
              <a:rPr lang="es-ES" sz="1050" dirty="0" err="1">
                <a:latin typeface="Century Gothic" panose="020B0502020202020204" pitchFamily="34" charset="0"/>
              </a:rPr>
              <a:t>risus</a:t>
            </a:r>
            <a:r>
              <a:rPr lang="es-ES" sz="1050" dirty="0">
                <a:latin typeface="Century Gothic" panose="020B0502020202020204" pitchFamily="34" charset="0"/>
              </a:rPr>
              <a:t> in magna </a:t>
            </a:r>
            <a:r>
              <a:rPr lang="es-ES" sz="1050" dirty="0" err="1">
                <a:latin typeface="Century Gothic" panose="020B0502020202020204" pitchFamily="34" charset="0"/>
              </a:rPr>
              <a:t>euismod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mattis</a:t>
            </a:r>
            <a:r>
              <a:rPr lang="es-ES" sz="1050" dirty="0">
                <a:latin typeface="Century Gothic" panose="020B0502020202020204" pitchFamily="34" charset="0"/>
              </a:rPr>
              <a:t> vitae non </a:t>
            </a:r>
            <a:r>
              <a:rPr lang="es-ES" sz="1050" dirty="0" err="1">
                <a:latin typeface="Century Gothic" panose="020B0502020202020204" pitchFamily="34" charset="0"/>
              </a:rPr>
              <a:t>dui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Aenean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viverra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quam</a:t>
            </a:r>
            <a:r>
              <a:rPr lang="es-ES" sz="1050" dirty="0">
                <a:latin typeface="Century Gothic" panose="020B0502020202020204" pitchFamily="34" charset="0"/>
              </a:rPr>
              <a:t> ut dolor commodo, et </a:t>
            </a:r>
            <a:r>
              <a:rPr lang="es-ES" sz="1050" dirty="0" err="1">
                <a:latin typeface="Century Gothic" panose="020B0502020202020204" pitchFamily="34" charset="0"/>
              </a:rPr>
              <a:t>molestie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est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porttitor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Fusce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vestibulum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placerat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ipsum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eget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posuere</a:t>
            </a:r>
            <a:r>
              <a:rPr lang="es-ES" sz="1050" dirty="0">
                <a:latin typeface="Century Gothic" panose="020B0502020202020204" pitchFamily="34" charset="0"/>
              </a:rPr>
              <a:t> justo </a:t>
            </a:r>
            <a:r>
              <a:rPr lang="es-ES" sz="1050" dirty="0" err="1">
                <a:latin typeface="Century Gothic" panose="020B0502020202020204" pitchFamily="34" charset="0"/>
              </a:rPr>
              <a:t>tristique</a:t>
            </a:r>
            <a:r>
              <a:rPr lang="es-ES" sz="1050" dirty="0">
                <a:latin typeface="Century Gothic" panose="020B0502020202020204" pitchFamily="34" charset="0"/>
              </a:rPr>
              <a:t> et. </a:t>
            </a:r>
            <a:r>
              <a:rPr lang="es-ES" sz="1050" dirty="0" err="1">
                <a:latin typeface="Century Gothic" panose="020B0502020202020204" pitchFamily="34" charset="0"/>
              </a:rPr>
              <a:t>Etiam</a:t>
            </a:r>
            <a:r>
              <a:rPr lang="es-ES" sz="1050" dirty="0">
                <a:latin typeface="Century Gothic" panose="020B0502020202020204" pitchFamily="34" charset="0"/>
              </a:rPr>
              <a:t> et </a:t>
            </a:r>
            <a:r>
              <a:rPr lang="es-ES" sz="1050" dirty="0" err="1">
                <a:latin typeface="Century Gothic" panose="020B0502020202020204" pitchFamily="34" charset="0"/>
              </a:rPr>
              <a:t>erat</a:t>
            </a:r>
            <a:r>
              <a:rPr lang="es-ES" sz="1050" dirty="0">
                <a:latin typeface="Century Gothic" panose="020B0502020202020204" pitchFamily="34" charset="0"/>
              </a:rPr>
              <a:t> in </a:t>
            </a:r>
            <a:r>
              <a:rPr lang="es-ES" sz="1050" dirty="0" err="1">
                <a:latin typeface="Century Gothic" panose="020B0502020202020204" pitchFamily="34" charset="0"/>
              </a:rPr>
              <a:t>enim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malesuada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dapibus</a:t>
            </a:r>
            <a:r>
              <a:rPr lang="es-ES" sz="1050" dirty="0">
                <a:latin typeface="Century Gothic" panose="020B0502020202020204" pitchFamily="34" charset="0"/>
              </a:rPr>
              <a:t> quis </a:t>
            </a:r>
            <a:r>
              <a:rPr lang="es-ES" sz="1050" dirty="0" err="1">
                <a:latin typeface="Century Gothic" panose="020B0502020202020204" pitchFamily="34" charset="0"/>
              </a:rPr>
              <a:t>nec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massa</a:t>
            </a:r>
            <a:r>
              <a:rPr lang="es-ES" sz="1050" dirty="0">
                <a:latin typeface="Century Gothic" panose="020B0502020202020204" pitchFamily="34" charset="0"/>
              </a:rPr>
              <a:t>.</a:t>
            </a:r>
          </a:p>
          <a:p>
            <a:pPr algn="just"/>
            <a:endParaRPr lang="es-ES" sz="1050" dirty="0">
              <a:latin typeface="Century Gothic" panose="020B0502020202020204" pitchFamily="34" charset="0"/>
            </a:endParaRPr>
          </a:p>
          <a:p>
            <a:pPr algn="just"/>
            <a:r>
              <a:rPr lang="es-ES" sz="1050" dirty="0" err="1">
                <a:latin typeface="Century Gothic" panose="020B0502020202020204" pitchFamily="34" charset="0"/>
              </a:rPr>
              <a:t>Donec</a:t>
            </a:r>
            <a:r>
              <a:rPr lang="es-ES" sz="1050" dirty="0">
                <a:latin typeface="Century Gothic" panose="020B0502020202020204" pitchFamily="34" charset="0"/>
              </a:rPr>
              <a:t> at </a:t>
            </a:r>
            <a:r>
              <a:rPr lang="es-ES" sz="1050" dirty="0" err="1">
                <a:latin typeface="Century Gothic" panose="020B0502020202020204" pitchFamily="34" charset="0"/>
              </a:rPr>
              <a:t>ipsum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augue</a:t>
            </a:r>
            <a:r>
              <a:rPr lang="es-ES" sz="1050" dirty="0">
                <a:latin typeface="Century Gothic" panose="020B0502020202020204" pitchFamily="34" charset="0"/>
              </a:rPr>
              <a:t>. Lorem </a:t>
            </a:r>
            <a:r>
              <a:rPr lang="es-ES" sz="1050" dirty="0" err="1">
                <a:latin typeface="Century Gothic" panose="020B0502020202020204" pitchFamily="34" charset="0"/>
              </a:rPr>
              <a:t>ipsum</a:t>
            </a:r>
            <a:r>
              <a:rPr lang="es-ES" sz="1050" dirty="0">
                <a:latin typeface="Century Gothic" panose="020B0502020202020204" pitchFamily="34" charset="0"/>
              </a:rPr>
              <a:t> dolor </a:t>
            </a:r>
            <a:r>
              <a:rPr lang="es-ES" sz="1050" dirty="0" err="1">
                <a:latin typeface="Century Gothic" panose="020B0502020202020204" pitchFamily="34" charset="0"/>
              </a:rPr>
              <a:t>sit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amet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consectetur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adipiscing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elit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Nulla</a:t>
            </a:r>
            <a:r>
              <a:rPr lang="es-ES" sz="1050" dirty="0">
                <a:latin typeface="Century Gothic" panose="020B0502020202020204" pitchFamily="34" charset="0"/>
              </a:rPr>
              <a:t> at justo </a:t>
            </a:r>
            <a:r>
              <a:rPr lang="es-ES" sz="1050" dirty="0" err="1">
                <a:latin typeface="Century Gothic" panose="020B0502020202020204" pitchFamily="34" charset="0"/>
              </a:rPr>
              <a:t>eget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elit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gravida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laoreet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vel</a:t>
            </a:r>
            <a:r>
              <a:rPr lang="es-ES" sz="1050" dirty="0">
                <a:latin typeface="Century Gothic" panose="020B0502020202020204" pitchFamily="34" charset="0"/>
              </a:rPr>
              <a:t> et libero. </a:t>
            </a:r>
            <a:r>
              <a:rPr lang="es-ES" sz="1050" dirty="0" err="1">
                <a:latin typeface="Century Gothic" panose="020B0502020202020204" pitchFamily="34" charset="0"/>
              </a:rPr>
              <a:t>Suspendisse</a:t>
            </a:r>
            <a:r>
              <a:rPr lang="es-ES" sz="1050" dirty="0">
                <a:latin typeface="Century Gothic" panose="020B0502020202020204" pitchFamily="34" charset="0"/>
              </a:rPr>
              <a:t> ut eros tortor. </a:t>
            </a:r>
            <a:r>
              <a:rPr lang="es-ES" sz="1050" dirty="0" err="1">
                <a:latin typeface="Century Gothic" panose="020B0502020202020204" pitchFamily="34" charset="0"/>
              </a:rPr>
              <a:t>Proin</a:t>
            </a:r>
            <a:r>
              <a:rPr lang="es-ES" sz="1050" dirty="0">
                <a:latin typeface="Century Gothic" panose="020B0502020202020204" pitchFamily="34" charset="0"/>
              </a:rPr>
              <a:t> at odio </a:t>
            </a:r>
            <a:r>
              <a:rPr lang="es-ES" sz="1050" dirty="0" err="1">
                <a:latin typeface="Century Gothic" panose="020B0502020202020204" pitchFamily="34" charset="0"/>
              </a:rPr>
              <a:t>nisl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Pellentesque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tempus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feugiat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lorem</a:t>
            </a:r>
            <a:r>
              <a:rPr lang="es-ES" sz="1050" dirty="0">
                <a:latin typeface="Century Gothic" panose="020B0502020202020204" pitchFamily="34" charset="0"/>
              </a:rPr>
              <a:t> a </a:t>
            </a:r>
            <a:r>
              <a:rPr lang="es-ES" sz="1050" dirty="0" err="1">
                <a:latin typeface="Century Gothic" panose="020B0502020202020204" pitchFamily="34" charset="0"/>
              </a:rPr>
              <a:t>volutpat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Donec</a:t>
            </a:r>
            <a:r>
              <a:rPr lang="es-ES" sz="1050" dirty="0">
                <a:latin typeface="Century Gothic" panose="020B0502020202020204" pitchFamily="34" charset="0"/>
              </a:rPr>
              <a:t> ac </a:t>
            </a:r>
            <a:r>
              <a:rPr lang="es-ES" sz="1050" dirty="0" err="1">
                <a:latin typeface="Century Gothic" panose="020B0502020202020204" pitchFamily="34" charset="0"/>
              </a:rPr>
              <a:t>vulputate</a:t>
            </a:r>
            <a:r>
              <a:rPr lang="es-ES" sz="1050" dirty="0">
                <a:latin typeface="Century Gothic" panose="020B0502020202020204" pitchFamily="34" charset="0"/>
              </a:rPr>
              <a:t> tortor, </a:t>
            </a:r>
            <a:r>
              <a:rPr lang="es-ES" sz="1050" dirty="0" err="1">
                <a:latin typeface="Century Gothic" panose="020B0502020202020204" pitchFamily="34" charset="0"/>
              </a:rPr>
              <a:t>suscipit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laoreet</a:t>
            </a:r>
            <a:r>
              <a:rPr lang="es-ES" sz="1050" dirty="0">
                <a:latin typeface="Century Gothic" panose="020B0502020202020204" pitchFamily="34" charset="0"/>
              </a:rPr>
              <a:t> odio. </a:t>
            </a:r>
            <a:r>
              <a:rPr lang="es-ES" sz="1050" dirty="0" err="1">
                <a:latin typeface="Century Gothic" panose="020B0502020202020204" pitchFamily="34" charset="0"/>
              </a:rPr>
              <a:t>Donec</a:t>
            </a:r>
            <a:r>
              <a:rPr lang="es-ES" sz="1050" dirty="0">
                <a:latin typeface="Century Gothic" panose="020B0502020202020204" pitchFamily="34" charset="0"/>
              </a:rPr>
              <a:t> a </a:t>
            </a:r>
            <a:r>
              <a:rPr lang="es-ES" sz="1050" dirty="0" err="1">
                <a:latin typeface="Century Gothic" panose="020B0502020202020204" pitchFamily="34" charset="0"/>
              </a:rPr>
              <a:t>dui</a:t>
            </a:r>
            <a:r>
              <a:rPr lang="es-ES" sz="1050" dirty="0">
                <a:latin typeface="Century Gothic" panose="020B0502020202020204" pitchFamily="34" charset="0"/>
              </a:rPr>
              <a:t> a </a:t>
            </a:r>
            <a:r>
              <a:rPr lang="es-ES" sz="1050" dirty="0" err="1">
                <a:latin typeface="Century Gothic" panose="020B0502020202020204" pitchFamily="34" charset="0"/>
              </a:rPr>
              <a:t>lacus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tristique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vestibulum</a:t>
            </a:r>
            <a:r>
              <a:rPr lang="es-ES" sz="1050" dirty="0">
                <a:latin typeface="Century Gothic" panose="020B0502020202020204" pitchFamily="34" charset="0"/>
              </a:rPr>
              <a:t>. In tortor mauris, </a:t>
            </a:r>
            <a:r>
              <a:rPr lang="es-ES" sz="1050" dirty="0" err="1">
                <a:latin typeface="Century Gothic" panose="020B0502020202020204" pitchFamily="34" charset="0"/>
              </a:rPr>
              <a:t>finibus</a:t>
            </a:r>
            <a:r>
              <a:rPr lang="es-ES" sz="1050" dirty="0">
                <a:latin typeface="Century Gothic" panose="020B0502020202020204" pitchFamily="34" charset="0"/>
              </a:rPr>
              <a:t> id </a:t>
            </a:r>
            <a:r>
              <a:rPr lang="es-ES" sz="1050" dirty="0" err="1">
                <a:latin typeface="Century Gothic" panose="020B0502020202020204" pitchFamily="34" charset="0"/>
              </a:rPr>
              <a:t>imperdiet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eu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consequat</a:t>
            </a:r>
            <a:r>
              <a:rPr lang="es-ES" sz="1050" dirty="0">
                <a:latin typeface="Century Gothic" panose="020B0502020202020204" pitchFamily="34" charset="0"/>
              </a:rPr>
              <a:t> id </a:t>
            </a:r>
            <a:r>
              <a:rPr lang="es-ES" sz="1050" dirty="0" err="1">
                <a:latin typeface="Century Gothic" panose="020B0502020202020204" pitchFamily="34" charset="0"/>
              </a:rPr>
              <a:t>arcu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Integer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fermentum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tincidunt</a:t>
            </a:r>
            <a:r>
              <a:rPr lang="es-ES" sz="1050" dirty="0">
                <a:latin typeface="Century Gothic" panose="020B0502020202020204" pitchFamily="34" charset="0"/>
              </a:rPr>
              <a:t> justo, </a:t>
            </a:r>
            <a:r>
              <a:rPr lang="es-ES" sz="1050" dirty="0" err="1">
                <a:latin typeface="Century Gothic" panose="020B0502020202020204" pitchFamily="34" charset="0"/>
              </a:rPr>
              <a:t>volutpat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cursus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lectus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sagittis</a:t>
            </a:r>
            <a:r>
              <a:rPr lang="es-ES" sz="1050" dirty="0">
                <a:latin typeface="Century Gothic" panose="020B0502020202020204" pitchFamily="34" charset="0"/>
              </a:rPr>
              <a:t> ac. </a:t>
            </a:r>
            <a:r>
              <a:rPr lang="es-ES" sz="1050" dirty="0" err="1">
                <a:latin typeface="Century Gothic" panose="020B0502020202020204" pitchFamily="34" charset="0"/>
              </a:rPr>
              <a:t>Fusce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posuere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orci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sit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amet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hendrerit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sagittis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orci</a:t>
            </a:r>
            <a:r>
              <a:rPr lang="es-ES" sz="1050" dirty="0">
                <a:latin typeface="Century Gothic" panose="020B0502020202020204" pitchFamily="34" charset="0"/>
              </a:rPr>
              <a:t> mauris lacinia </a:t>
            </a:r>
            <a:r>
              <a:rPr lang="es-ES" sz="1050" dirty="0" err="1">
                <a:latin typeface="Century Gothic" panose="020B0502020202020204" pitchFamily="34" charset="0"/>
              </a:rPr>
              <a:t>sapien</a:t>
            </a:r>
            <a:r>
              <a:rPr lang="es-ES" sz="1050" dirty="0">
                <a:latin typeface="Century Gothic" panose="020B0502020202020204" pitchFamily="34" charset="0"/>
              </a:rPr>
              <a:t>, ac </a:t>
            </a:r>
            <a:r>
              <a:rPr lang="es-ES" sz="1050" dirty="0" err="1">
                <a:latin typeface="Century Gothic" panose="020B0502020202020204" pitchFamily="34" charset="0"/>
              </a:rPr>
              <a:t>pharetra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velit</a:t>
            </a:r>
            <a:r>
              <a:rPr lang="es-ES" sz="1050" dirty="0">
                <a:latin typeface="Century Gothic" panose="020B0502020202020204" pitchFamily="34" charset="0"/>
              </a:rPr>
              <a:t> odio </a:t>
            </a:r>
            <a:r>
              <a:rPr lang="es-ES" sz="1050" dirty="0" err="1">
                <a:latin typeface="Century Gothic" panose="020B0502020202020204" pitchFamily="34" charset="0"/>
              </a:rPr>
              <a:t>pharetra</a:t>
            </a:r>
            <a:r>
              <a:rPr lang="es-ES" sz="1050" dirty="0">
                <a:latin typeface="Century Gothic" panose="020B0502020202020204" pitchFamily="34" charset="0"/>
              </a:rPr>
              <a:t> ante. </a:t>
            </a:r>
            <a:r>
              <a:rPr lang="es-ES" sz="1050" dirty="0" err="1">
                <a:latin typeface="Century Gothic" panose="020B0502020202020204" pitchFamily="34" charset="0"/>
              </a:rPr>
              <a:t>Duis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eu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nisi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condimentum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gravida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nisl</a:t>
            </a:r>
            <a:r>
              <a:rPr lang="es-ES" sz="1050" dirty="0">
                <a:latin typeface="Century Gothic" panose="020B0502020202020204" pitchFamily="34" charset="0"/>
              </a:rPr>
              <a:t> at, </a:t>
            </a:r>
            <a:r>
              <a:rPr lang="es-ES" sz="1050" dirty="0" err="1">
                <a:latin typeface="Century Gothic" panose="020B0502020202020204" pitchFamily="34" charset="0"/>
              </a:rPr>
              <a:t>venenatis</a:t>
            </a:r>
            <a:r>
              <a:rPr lang="es-ES" sz="1050" dirty="0">
                <a:latin typeface="Century Gothic" panose="020B0502020202020204" pitchFamily="34" charset="0"/>
              </a:rPr>
              <a:t> nunc. </a:t>
            </a:r>
            <a:r>
              <a:rPr lang="es-ES" sz="1050" dirty="0" err="1">
                <a:latin typeface="Century Gothic" panose="020B0502020202020204" pitchFamily="34" charset="0"/>
              </a:rPr>
              <a:t>Integer</a:t>
            </a:r>
            <a:r>
              <a:rPr lang="es-ES" sz="1050" dirty="0">
                <a:latin typeface="Century Gothic" panose="020B0502020202020204" pitchFamily="34" charset="0"/>
              </a:rPr>
              <a:t> a nunc leo.</a:t>
            </a:r>
          </a:p>
          <a:p>
            <a:pPr algn="just"/>
            <a:endParaRPr lang="es-ES" sz="1050" dirty="0">
              <a:latin typeface="Century Gothic" panose="020B0502020202020204" pitchFamily="34" charset="0"/>
            </a:endParaRPr>
          </a:p>
          <a:p>
            <a:pPr algn="just"/>
            <a:r>
              <a:rPr lang="es-ES" sz="1050" dirty="0" err="1">
                <a:latin typeface="Century Gothic" panose="020B0502020202020204" pitchFamily="34" charset="0"/>
              </a:rPr>
              <a:t>Integer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nulla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turpis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fringilla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eu</a:t>
            </a:r>
            <a:r>
              <a:rPr lang="es-ES" sz="1050" dirty="0">
                <a:latin typeface="Century Gothic" panose="020B0502020202020204" pitchFamily="34" charset="0"/>
              </a:rPr>
              <a:t> odio ac, </a:t>
            </a:r>
            <a:r>
              <a:rPr lang="es-ES" sz="1050" dirty="0" err="1">
                <a:latin typeface="Century Gothic" panose="020B0502020202020204" pitchFamily="34" charset="0"/>
              </a:rPr>
              <a:t>vulputate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porttitor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arcu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Pellentesque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habitant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morbi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tristique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senectus</a:t>
            </a:r>
            <a:r>
              <a:rPr lang="es-ES" sz="1050" dirty="0">
                <a:latin typeface="Century Gothic" panose="020B0502020202020204" pitchFamily="34" charset="0"/>
              </a:rPr>
              <a:t> et </a:t>
            </a:r>
            <a:r>
              <a:rPr lang="es-ES" sz="1050" dirty="0" err="1">
                <a:latin typeface="Century Gothic" panose="020B0502020202020204" pitchFamily="34" charset="0"/>
              </a:rPr>
              <a:t>netus</a:t>
            </a:r>
            <a:r>
              <a:rPr lang="es-ES" sz="1050" dirty="0">
                <a:latin typeface="Century Gothic" panose="020B0502020202020204" pitchFamily="34" charset="0"/>
              </a:rPr>
              <a:t> et </a:t>
            </a:r>
            <a:r>
              <a:rPr lang="es-ES" sz="1050" dirty="0" err="1">
                <a:latin typeface="Century Gothic" panose="020B0502020202020204" pitchFamily="34" charset="0"/>
              </a:rPr>
              <a:t>malesuada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fames</a:t>
            </a:r>
            <a:r>
              <a:rPr lang="es-ES" sz="1050" dirty="0">
                <a:latin typeface="Century Gothic" panose="020B0502020202020204" pitchFamily="34" charset="0"/>
              </a:rPr>
              <a:t> ac </a:t>
            </a:r>
            <a:r>
              <a:rPr lang="es-ES" sz="1050" dirty="0" err="1">
                <a:latin typeface="Century Gothic" panose="020B0502020202020204" pitchFamily="34" charset="0"/>
              </a:rPr>
              <a:t>turpis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egestas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Proin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finibus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quam</a:t>
            </a:r>
            <a:r>
              <a:rPr lang="es-ES" sz="1050" dirty="0">
                <a:latin typeface="Century Gothic" panose="020B0502020202020204" pitchFamily="34" charset="0"/>
              </a:rPr>
              <a:t> non commodo </a:t>
            </a:r>
            <a:r>
              <a:rPr lang="es-ES" sz="1050" dirty="0" err="1">
                <a:latin typeface="Century Gothic" panose="020B0502020202020204" pitchFamily="34" charset="0"/>
              </a:rPr>
              <a:t>luctus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Nullam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semper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aliquam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metus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eget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accumsan</a:t>
            </a:r>
            <a:r>
              <a:rPr lang="es-ES" sz="1050" dirty="0">
                <a:latin typeface="Century Gothic" panose="020B0502020202020204" pitchFamily="34" charset="0"/>
              </a:rPr>
              <a:t> magna. Ut </a:t>
            </a:r>
            <a:r>
              <a:rPr lang="es-ES" sz="1050" dirty="0" err="1">
                <a:latin typeface="Century Gothic" panose="020B0502020202020204" pitchFamily="34" charset="0"/>
              </a:rPr>
              <a:t>finibus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vulputate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sollicitudin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Morbi</a:t>
            </a:r>
            <a:r>
              <a:rPr lang="es-ES" sz="1050" dirty="0">
                <a:latin typeface="Century Gothic" panose="020B0502020202020204" pitchFamily="34" charset="0"/>
              </a:rPr>
              <a:t> dolor justo, </a:t>
            </a:r>
            <a:r>
              <a:rPr lang="es-ES" sz="1050" dirty="0" err="1">
                <a:latin typeface="Century Gothic" panose="020B0502020202020204" pitchFamily="34" charset="0"/>
              </a:rPr>
              <a:t>molestie</a:t>
            </a:r>
            <a:r>
              <a:rPr lang="es-ES" sz="1050" dirty="0">
                <a:latin typeface="Century Gothic" panose="020B0502020202020204" pitchFamily="34" charset="0"/>
              </a:rPr>
              <a:t> id </a:t>
            </a:r>
            <a:r>
              <a:rPr lang="es-ES" sz="1050" dirty="0" err="1">
                <a:latin typeface="Century Gothic" panose="020B0502020202020204" pitchFamily="34" charset="0"/>
              </a:rPr>
              <a:t>dapibus</a:t>
            </a:r>
            <a:r>
              <a:rPr lang="es-ES" sz="1050" dirty="0">
                <a:latin typeface="Century Gothic" panose="020B0502020202020204" pitchFamily="34" charset="0"/>
              </a:rPr>
              <a:t> a, </a:t>
            </a:r>
            <a:r>
              <a:rPr lang="es-ES" sz="1050" dirty="0" err="1">
                <a:latin typeface="Century Gothic" panose="020B0502020202020204" pitchFamily="34" charset="0"/>
              </a:rPr>
              <a:t>tincidunt</a:t>
            </a:r>
            <a:r>
              <a:rPr lang="es-ES" sz="1050" dirty="0">
                <a:latin typeface="Century Gothic" panose="020B0502020202020204" pitchFamily="34" charset="0"/>
              </a:rPr>
              <a:t> at tortor. Mauris </a:t>
            </a:r>
            <a:r>
              <a:rPr lang="es-ES" sz="1050" dirty="0" err="1">
                <a:latin typeface="Century Gothic" panose="020B0502020202020204" pitchFamily="34" charset="0"/>
              </a:rPr>
              <a:t>dapibus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pellentesque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pretium</a:t>
            </a:r>
            <a:r>
              <a:rPr lang="es-ES" sz="1050" dirty="0">
                <a:latin typeface="Century Gothic" panose="020B0502020202020204" pitchFamily="34" charset="0"/>
              </a:rPr>
              <a:t>. In dolor </a:t>
            </a:r>
            <a:r>
              <a:rPr lang="es-ES" sz="1050" dirty="0" err="1">
                <a:latin typeface="Century Gothic" panose="020B0502020202020204" pitchFamily="34" charset="0"/>
              </a:rPr>
              <a:t>purus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gravida</a:t>
            </a:r>
            <a:r>
              <a:rPr lang="es-ES" sz="1050" dirty="0">
                <a:latin typeface="Century Gothic" panose="020B0502020202020204" pitchFamily="34" charset="0"/>
              </a:rPr>
              <a:t> quis </a:t>
            </a:r>
            <a:r>
              <a:rPr lang="es-ES" sz="1050" dirty="0" err="1">
                <a:latin typeface="Century Gothic" panose="020B0502020202020204" pitchFamily="34" charset="0"/>
              </a:rPr>
              <a:t>fringilla</a:t>
            </a:r>
            <a:r>
              <a:rPr lang="es-ES" sz="1050" dirty="0">
                <a:latin typeface="Century Gothic" panose="020B0502020202020204" pitchFamily="34" charset="0"/>
              </a:rPr>
              <a:t> ut, </a:t>
            </a:r>
            <a:r>
              <a:rPr lang="es-ES" sz="1050" dirty="0" err="1">
                <a:latin typeface="Century Gothic" panose="020B0502020202020204" pitchFamily="34" charset="0"/>
              </a:rPr>
              <a:t>tincidunt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facilisis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ligula</a:t>
            </a:r>
            <a:r>
              <a:rPr lang="es-ES" sz="1050" dirty="0">
                <a:latin typeface="Century Gothic" panose="020B0502020202020204" pitchFamily="34" charset="0"/>
              </a:rPr>
              <a:t>. In </a:t>
            </a:r>
            <a:r>
              <a:rPr lang="es-ES" sz="1050" dirty="0" err="1">
                <a:latin typeface="Century Gothic" panose="020B0502020202020204" pitchFamily="34" charset="0"/>
              </a:rPr>
              <a:t>pretium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lectus</a:t>
            </a:r>
            <a:r>
              <a:rPr lang="es-ES" sz="1050" dirty="0">
                <a:latin typeface="Century Gothic" panose="020B0502020202020204" pitchFamily="34" charset="0"/>
              </a:rPr>
              <a:t> id </a:t>
            </a:r>
            <a:r>
              <a:rPr lang="es-ES" sz="1050" dirty="0" err="1">
                <a:latin typeface="Century Gothic" panose="020B0502020202020204" pitchFamily="34" charset="0"/>
              </a:rPr>
              <a:t>ligula</a:t>
            </a:r>
            <a:r>
              <a:rPr lang="es-ES" sz="1050" dirty="0">
                <a:latin typeface="Century Gothic" panose="020B0502020202020204" pitchFamily="34" charset="0"/>
              </a:rPr>
              <a:t> auctor </a:t>
            </a:r>
            <a:r>
              <a:rPr lang="es-ES" sz="1050" dirty="0" err="1">
                <a:latin typeface="Century Gothic" panose="020B0502020202020204" pitchFamily="34" charset="0"/>
              </a:rPr>
              <a:t>dapibus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Donec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pretium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pharetra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laoreet</a:t>
            </a:r>
            <a:r>
              <a:rPr lang="es-ES" sz="1050" dirty="0">
                <a:latin typeface="Century Gothic" panose="020B0502020202020204" pitchFamily="34" charset="0"/>
              </a:rPr>
              <a:t>.</a:t>
            </a:r>
          </a:p>
          <a:p>
            <a:pPr algn="just"/>
            <a:endParaRPr lang="es-ES" sz="1050" dirty="0">
              <a:latin typeface="Century Gothic" panose="020B0502020202020204" pitchFamily="34" charset="0"/>
            </a:endParaRPr>
          </a:p>
          <a:p>
            <a:pPr algn="just"/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Suspendisse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ac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velit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vel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odio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consectetur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ultricies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non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nec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metus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Nam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vitae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dapibus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tellus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Aenean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elementum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eleifend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justo,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varius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mattis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neque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finibus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eget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. Sed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eget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tortor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eu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tellus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egestas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congue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nec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varius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ex.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Integer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mi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enim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dictum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facilisis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accumsan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posuere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pharetra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a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nulla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. Nunc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eu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volutpat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enim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. Mauris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semper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massa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vel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justo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finibus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vulputate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Integer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vel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tempus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purus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, vitae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luctus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velit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. Ut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ut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faucibus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quam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Aenean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scelerisque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lectus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vel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arcu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auctor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blandit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. Nunc id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enim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feugiat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bibendum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erat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at,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bibendum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enim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Suspendisse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tristique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felis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sit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amet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dui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gravida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viverra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Proin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porta neque in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venenatis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lobortis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Aenean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tempus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eros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sit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amet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tellus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rutrum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, id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pharetra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odio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cursus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. Lorem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ipsum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dolor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sit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amet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consectetur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adipiscing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elit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Praesent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condimentum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consequat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mollis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Integer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vitae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ipsum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pharetra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aliquet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purus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mollis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fringilla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enim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. Sed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porttitor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commodo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est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sit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amet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tincidunt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enim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condimentum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id.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Donec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ornare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consectetur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laoreet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. Sed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tempus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tristique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massa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Vestibulum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at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cursus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quam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eu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dapibus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orci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Maecenas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et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augue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ut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dui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hendrerit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malesuada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laoreet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et odio. </a:t>
            </a:r>
          </a:p>
        </p:txBody>
      </p:sp>
      <p:sp>
        <p:nvSpPr>
          <p:cNvPr id="2" name="Título 1" descr="{&quot;id&quot;:&quot;7&quot;,&quot;type&quot;:&quot;text&quot;,&quot;editable&quot;:&quot;False&quot;, &quot;format&quot;:&quot;Pagina &lt;numero_pagina&gt;&quot;}">
            <a:extLst>
              <a:ext uri="{FF2B5EF4-FFF2-40B4-BE49-F238E27FC236}">
                <a16:creationId xmlns:a16="http://schemas.microsoft.com/office/drawing/2014/main" id="{70962CAF-1254-97BE-3BD7-462384561BAB}"/>
              </a:ext>
            </a:extLst>
          </p:cNvPr>
          <p:cNvSpPr txBox="1">
            <a:spLocks/>
          </p:cNvSpPr>
          <p:nvPr/>
        </p:nvSpPr>
        <p:spPr>
          <a:xfrm>
            <a:off x="5272268" y="9564546"/>
            <a:ext cx="1585732" cy="34145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1000" b="1" dirty="0">
                <a:solidFill>
                  <a:srgbClr val="7EB900"/>
                </a:solidFill>
                <a:latin typeface="Century Gothic" panose="020B0502020202020204" pitchFamily="34" charset="0"/>
              </a:rPr>
              <a:t>Página X</a:t>
            </a:r>
          </a:p>
        </p:txBody>
      </p:sp>
    </p:spTree>
    <p:extLst>
      <p:ext uri="{BB962C8B-B14F-4D97-AF65-F5344CB8AC3E}">
        <p14:creationId xmlns:p14="http://schemas.microsoft.com/office/powerpoint/2010/main" val="9260328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551BF8-98F9-60C3-00F3-BE934C076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Ferrer Logo &amp; Brand Assets (SVG, PNG and vector) - Brandfetch">
            <a:extLst>
              <a:ext uri="{FF2B5EF4-FFF2-40B4-BE49-F238E27FC236}">
                <a16:creationId xmlns:a16="http://schemas.microsoft.com/office/drawing/2014/main" id="{F9ED80E2-AB15-20AD-E8D0-CC9E880C7E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7711" y="144742"/>
            <a:ext cx="318244" cy="318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uadroTexto 7" descr="{&quot;id&quot;:&quot;5&quot;,&quot;type&quot;:&quot;text&quot;,&quot;editable&quot;:&quot;True&quot;, &quot;format&quot;:&quot;&lt;numero_unidad_formativa&gt;.&lt;numero_capítulo&gt;.&lt;numero_sección&gt;: &lt;titulo_de_la_sección&gt;&quot;}">
            <a:extLst>
              <a:ext uri="{FF2B5EF4-FFF2-40B4-BE49-F238E27FC236}">
                <a16:creationId xmlns:a16="http://schemas.microsoft.com/office/drawing/2014/main" id="{D34F39EC-E185-7B75-91AA-87832D9C5957}"/>
              </a:ext>
            </a:extLst>
          </p:cNvPr>
          <p:cNvSpPr txBox="1"/>
          <p:nvPr/>
        </p:nvSpPr>
        <p:spPr>
          <a:xfrm>
            <a:off x="505227" y="747875"/>
            <a:ext cx="43173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rgbClr val="7EB900"/>
                </a:solidFill>
                <a:latin typeface="Century Gothic" panose="020B0502020202020204" pitchFamily="34" charset="0"/>
              </a:rPr>
              <a:t>X.Y.Z Título de la sección</a:t>
            </a:r>
            <a:endParaRPr lang="es-ES" sz="1200" dirty="0"/>
          </a:p>
        </p:txBody>
      </p:sp>
      <p:sp>
        <p:nvSpPr>
          <p:cNvPr id="10" name="CuadroTexto 9" descr="{&quot;id&quot;:&quot;6&quot;,&quot;type&quot;:&quot;text&quot;,&quot;editable&quot;:&quot;True&quot;, &quot;format&quot;:&quot;&lt;content&gt;&quot;}">
            <a:extLst>
              <a:ext uri="{FF2B5EF4-FFF2-40B4-BE49-F238E27FC236}">
                <a16:creationId xmlns:a16="http://schemas.microsoft.com/office/drawing/2014/main" id="{9D4E066B-0C44-56D5-3666-0E33AA14EF27}"/>
              </a:ext>
            </a:extLst>
          </p:cNvPr>
          <p:cNvSpPr txBox="1"/>
          <p:nvPr/>
        </p:nvSpPr>
        <p:spPr>
          <a:xfrm>
            <a:off x="505227" y="1148080"/>
            <a:ext cx="5801978" cy="5586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1050" dirty="0">
                <a:latin typeface="Century Gothic" panose="020B0502020202020204" pitchFamily="34" charset="0"/>
              </a:rPr>
              <a:t>Lorem </a:t>
            </a:r>
            <a:r>
              <a:rPr lang="es-ES" sz="1050" dirty="0" err="1">
                <a:latin typeface="Century Gothic" panose="020B0502020202020204" pitchFamily="34" charset="0"/>
              </a:rPr>
              <a:t>ipsum</a:t>
            </a:r>
            <a:r>
              <a:rPr lang="es-ES" sz="1050" dirty="0">
                <a:latin typeface="Century Gothic" panose="020B0502020202020204" pitchFamily="34" charset="0"/>
              </a:rPr>
              <a:t> dolor </a:t>
            </a:r>
            <a:r>
              <a:rPr lang="es-ES" sz="1050" dirty="0" err="1">
                <a:latin typeface="Century Gothic" panose="020B0502020202020204" pitchFamily="34" charset="0"/>
              </a:rPr>
              <a:t>sit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amet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consectetur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adipiscing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elit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Praesent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condimentum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consequat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mollis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Integer</a:t>
            </a:r>
            <a:r>
              <a:rPr lang="es-ES" sz="1050" dirty="0">
                <a:latin typeface="Century Gothic" panose="020B0502020202020204" pitchFamily="34" charset="0"/>
              </a:rPr>
              <a:t> vitae </a:t>
            </a:r>
            <a:r>
              <a:rPr lang="es-ES" sz="1050" dirty="0" err="1">
                <a:latin typeface="Century Gothic" panose="020B0502020202020204" pitchFamily="34" charset="0"/>
              </a:rPr>
              <a:t>ipsum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pharetra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aliquet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purus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mollis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fringilla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enim</a:t>
            </a:r>
            <a:r>
              <a:rPr lang="es-ES" sz="1050" dirty="0">
                <a:latin typeface="Century Gothic" panose="020B0502020202020204" pitchFamily="34" charset="0"/>
              </a:rPr>
              <a:t>. Sed </a:t>
            </a:r>
            <a:r>
              <a:rPr lang="es-ES" sz="1050" dirty="0" err="1">
                <a:latin typeface="Century Gothic" panose="020B0502020202020204" pitchFamily="34" charset="0"/>
              </a:rPr>
              <a:t>porttitor</a:t>
            </a:r>
            <a:r>
              <a:rPr lang="es-ES" sz="1050" dirty="0">
                <a:latin typeface="Century Gothic" panose="020B0502020202020204" pitchFamily="34" charset="0"/>
              </a:rPr>
              <a:t> commodo </a:t>
            </a:r>
            <a:r>
              <a:rPr lang="es-ES" sz="1050" dirty="0" err="1">
                <a:latin typeface="Century Gothic" panose="020B0502020202020204" pitchFamily="34" charset="0"/>
              </a:rPr>
              <a:t>est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sit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amet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tincidunt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enim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condimentum</a:t>
            </a:r>
            <a:r>
              <a:rPr lang="es-ES" sz="1050" dirty="0">
                <a:latin typeface="Century Gothic" panose="020B0502020202020204" pitchFamily="34" charset="0"/>
              </a:rPr>
              <a:t> id. </a:t>
            </a:r>
            <a:r>
              <a:rPr lang="es-ES" sz="1050" dirty="0" err="1">
                <a:latin typeface="Century Gothic" panose="020B0502020202020204" pitchFamily="34" charset="0"/>
              </a:rPr>
              <a:t>Donec</a:t>
            </a:r>
            <a:r>
              <a:rPr lang="es-ES" sz="1050" dirty="0">
                <a:latin typeface="Century Gothic" panose="020B0502020202020204" pitchFamily="34" charset="0"/>
              </a:rPr>
              <a:t> ornare </a:t>
            </a:r>
            <a:r>
              <a:rPr lang="es-ES" sz="1050" dirty="0" err="1">
                <a:latin typeface="Century Gothic" panose="020B0502020202020204" pitchFamily="34" charset="0"/>
              </a:rPr>
              <a:t>consectetur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laoreet</a:t>
            </a:r>
            <a:r>
              <a:rPr lang="es-ES" sz="1050" dirty="0">
                <a:latin typeface="Century Gothic" panose="020B0502020202020204" pitchFamily="34" charset="0"/>
              </a:rPr>
              <a:t>. Sed </a:t>
            </a:r>
            <a:r>
              <a:rPr lang="es-ES" sz="1050" dirty="0" err="1">
                <a:latin typeface="Century Gothic" panose="020B0502020202020204" pitchFamily="34" charset="0"/>
              </a:rPr>
              <a:t>tempus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tristique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massa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Vestibulum</a:t>
            </a:r>
            <a:r>
              <a:rPr lang="es-ES" sz="1050" dirty="0">
                <a:latin typeface="Century Gothic" panose="020B0502020202020204" pitchFamily="34" charset="0"/>
              </a:rPr>
              <a:t> at </a:t>
            </a:r>
            <a:r>
              <a:rPr lang="es-ES" sz="1050" dirty="0" err="1">
                <a:latin typeface="Century Gothic" panose="020B0502020202020204" pitchFamily="34" charset="0"/>
              </a:rPr>
              <a:t>cursus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quam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eu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dapibus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orci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Maecenas</a:t>
            </a:r>
            <a:r>
              <a:rPr lang="es-ES" sz="1050" dirty="0">
                <a:latin typeface="Century Gothic" panose="020B0502020202020204" pitchFamily="34" charset="0"/>
              </a:rPr>
              <a:t> et </a:t>
            </a:r>
            <a:r>
              <a:rPr lang="es-ES" sz="1050" dirty="0" err="1">
                <a:latin typeface="Century Gothic" panose="020B0502020202020204" pitchFamily="34" charset="0"/>
              </a:rPr>
              <a:t>augue</a:t>
            </a:r>
            <a:r>
              <a:rPr lang="es-ES" sz="1050" dirty="0">
                <a:latin typeface="Century Gothic" panose="020B0502020202020204" pitchFamily="34" charset="0"/>
              </a:rPr>
              <a:t> ut </a:t>
            </a:r>
            <a:r>
              <a:rPr lang="es-ES" sz="1050" dirty="0" err="1">
                <a:latin typeface="Century Gothic" panose="020B0502020202020204" pitchFamily="34" charset="0"/>
              </a:rPr>
              <a:t>dui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hendrerit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malesuada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laoreet</a:t>
            </a:r>
            <a:r>
              <a:rPr lang="es-ES" sz="1050" dirty="0">
                <a:latin typeface="Century Gothic" panose="020B0502020202020204" pitchFamily="34" charset="0"/>
              </a:rPr>
              <a:t> et odio. Cras </a:t>
            </a:r>
            <a:r>
              <a:rPr lang="es-ES" sz="1050" dirty="0" err="1">
                <a:latin typeface="Century Gothic" panose="020B0502020202020204" pitchFamily="34" charset="0"/>
              </a:rPr>
              <a:t>aliquam</a:t>
            </a:r>
            <a:r>
              <a:rPr lang="es-ES" sz="1050" dirty="0">
                <a:latin typeface="Century Gothic" panose="020B0502020202020204" pitchFamily="34" charset="0"/>
              </a:rPr>
              <a:t> eros </a:t>
            </a:r>
            <a:r>
              <a:rPr lang="es-ES" sz="1050" dirty="0" err="1">
                <a:latin typeface="Century Gothic" panose="020B0502020202020204" pitchFamily="34" charset="0"/>
              </a:rPr>
              <a:t>pretium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elit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mattis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vulputate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Praesent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molestie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risus</a:t>
            </a:r>
            <a:r>
              <a:rPr lang="es-ES" sz="1050" dirty="0">
                <a:latin typeface="Century Gothic" panose="020B0502020202020204" pitchFamily="34" charset="0"/>
              </a:rPr>
              <a:t> neque, ac </a:t>
            </a:r>
            <a:r>
              <a:rPr lang="es-ES" sz="1050" dirty="0" err="1">
                <a:latin typeface="Century Gothic" panose="020B0502020202020204" pitchFamily="34" charset="0"/>
              </a:rPr>
              <a:t>dapibus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augue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aliquam</a:t>
            </a:r>
            <a:r>
              <a:rPr lang="es-ES" sz="1050" dirty="0">
                <a:latin typeface="Century Gothic" panose="020B0502020202020204" pitchFamily="34" charset="0"/>
              </a:rPr>
              <a:t> vitae. Mauris </a:t>
            </a:r>
            <a:r>
              <a:rPr lang="es-ES" sz="1050" dirty="0" err="1">
                <a:latin typeface="Century Gothic" panose="020B0502020202020204" pitchFamily="34" charset="0"/>
              </a:rPr>
              <a:t>nulla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lacus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pretium</a:t>
            </a:r>
            <a:r>
              <a:rPr lang="es-ES" sz="1050" dirty="0">
                <a:latin typeface="Century Gothic" panose="020B0502020202020204" pitchFamily="34" charset="0"/>
              </a:rPr>
              <a:t> et </a:t>
            </a:r>
            <a:r>
              <a:rPr lang="es-ES" sz="1050" dirty="0" err="1">
                <a:latin typeface="Century Gothic" panose="020B0502020202020204" pitchFamily="34" charset="0"/>
              </a:rPr>
              <a:t>imperdiet</a:t>
            </a:r>
            <a:r>
              <a:rPr lang="es-ES" sz="1050" dirty="0">
                <a:latin typeface="Century Gothic" panose="020B0502020202020204" pitchFamily="34" charset="0"/>
              </a:rPr>
              <a:t> ut, pulvinar et </a:t>
            </a:r>
            <a:r>
              <a:rPr lang="es-ES" sz="1050" dirty="0" err="1">
                <a:latin typeface="Century Gothic" panose="020B0502020202020204" pitchFamily="34" charset="0"/>
              </a:rPr>
              <a:t>risus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Interdum</a:t>
            </a:r>
            <a:r>
              <a:rPr lang="es-ES" sz="1050" dirty="0">
                <a:latin typeface="Century Gothic" panose="020B0502020202020204" pitchFamily="34" charset="0"/>
              </a:rPr>
              <a:t> et </a:t>
            </a:r>
            <a:r>
              <a:rPr lang="es-ES" sz="1050" dirty="0" err="1">
                <a:latin typeface="Century Gothic" panose="020B0502020202020204" pitchFamily="34" charset="0"/>
              </a:rPr>
              <a:t>malesuada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fames</a:t>
            </a:r>
            <a:r>
              <a:rPr lang="es-ES" sz="1050" dirty="0">
                <a:latin typeface="Century Gothic" panose="020B0502020202020204" pitchFamily="34" charset="0"/>
              </a:rPr>
              <a:t> ac ante </a:t>
            </a:r>
            <a:r>
              <a:rPr lang="es-ES" sz="1050" dirty="0" err="1">
                <a:latin typeface="Century Gothic" panose="020B0502020202020204" pitchFamily="34" charset="0"/>
              </a:rPr>
              <a:t>ipsum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primis</a:t>
            </a:r>
            <a:r>
              <a:rPr lang="es-ES" sz="1050" dirty="0">
                <a:latin typeface="Century Gothic" panose="020B0502020202020204" pitchFamily="34" charset="0"/>
              </a:rPr>
              <a:t> in </a:t>
            </a:r>
            <a:r>
              <a:rPr lang="es-ES" sz="1050" dirty="0" err="1">
                <a:latin typeface="Century Gothic" panose="020B0502020202020204" pitchFamily="34" charset="0"/>
              </a:rPr>
              <a:t>faucibus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Vestibulum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vel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felis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eget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erat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cursus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elementum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sit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amet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vel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quam</a:t>
            </a:r>
            <a:r>
              <a:rPr lang="es-ES" sz="1050" dirty="0">
                <a:latin typeface="Century Gothic" panose="020B0502020202020204" pitchFamily="34" charset="0"/>
              </a:rPr>
              <a:t>.</a:t>
            </a:r>
          </a:p>
          <a:p>
            <a:pPr algn="just"/>
            <a:endParaRPr lang="es-ES" sz="1050" dirty="0">
              <a:latin typeface="Century Gothic" panose="020B0502020202020204" pitchFamily="34" charset="0"/>
            </a:endParaRPr>
          </a:p>
          <a:p>
            <a:pPr algn="just"/>
            <a:r>
              <a:rPr lang="es-ES" sz="1050" dirty="0" err="1">
                <a:latin typeface="Century Gothic" panose="020B0502020202020204" pitchFamily="34" charset="0"/>
              </a:rPr>
              <a:t>Integer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eget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maximus</a:t>
            </a:r>
            <a:r>
              <a:rPr lang="es-ES" sz="1050" dirty="0">
                <a:latin typeface="Century Gothic" panose="020B0502020202020204" pitchFamily="34" charset="0"/>
              </a:rPr>
              <a:t> neque, id commodo </a:t>
            </a:r>
            <a:r>
              <a:rPr lang="es-ES" sz="1050" dirty="0" err="1">
                <a:latin typeface="Century Gothic" panose="020B0502020202020204" pitchFamily="34" charset="0"/>
              </a:rPr>
              <a:t>metus</a:t>
            </a:r>
            <a:r>
              <a:rPr lang="es-ES" sz="1050" dirty="0">
                <a:latin typeface="Century Gothic" panose="020B0502020202020204" pitchFamily="34" charset="0"/>
              </a:rPr>
              <a:t>. In </a:t>
            </a:r>
            <a:r>
              <a:rPr lang="es-ES" sz="1050" dirty="0" err="1">
                <a:latin typeface="Century Gothic" panose="020B0502020202020204" pitchFamily="34" charset="0"/>
              </a:rPr>
              <a:t>finibus</a:t>
            </a:r>
            <a:r>
              <a:rPr lang="es-ES" sz="1050" dirty="0">
                <a:latin typeface="Century Gothic" panose="020B0502020202020204" pitchFamily="34" charset="0"/>
              </a:rPr>
              <a:t> a </a:t>
            </a:r>
            <a:r>
              <a:rPr lang="es-ES" sz="1050" dirty="0" err="1">
                <a:latin typeface="Century Gothic" panose="020B0502020202020204" pitchFamily="34" charset="0"/>
              </a:rPr>
              <a:t>erat</a:t>
            </a:r>
            <a:r>
              <a:rPr lang="es-ES" sz="1050" dirty="0">
                <a:latin typeface="Century Gothic" panose="020B0502020202020204" pitchFamily="34" charset="0"/>
              </a:rPr>
              <a:t> sed </a:t>
            </a:r>
            <a:r>
              <a:rPr lang="es-ES" sz="1050" dirty="0" err="1">
                <a:latin typeface="Century Gothic" panose="020B0502020202020204" pitchFamily="34" charset="0"/>
              </a:rPr>
              <a:t>interdum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Maecenas</a:t>
            </a:r>
            <a:r>
              <a:rPr lang="es-ES" sz="1050" dirty="0">
                <a:latin typeface="Century Gothic" panose="020B0502020202020204" pitchFamily="34" charset="0"/>
              </a:rPr>
              <a:t> non </a:t>
            </a:r>
            <a:r>
              <a:rPr lang="es-ES" sz="1050" dirty="0" err="1">
                <a:latin typeface="Century Gothic" panose="020B0502020202020204" pitchFamily="34" charset="0"/>
              </a:rPr>
              <a:t>orci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felis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Maecenas</a:t>
            </a:r>
            <a:r>
              <a:rPr lang="es-ES" sz="1050" dirty="0">
                <a:latin typeface="Century Gothic" panose="020B0502020202020204" pitchFamily="34" charset="0"/>
              </a:rPr>
              <a:t> lacinia </a:t>
            </a:r>
            <a:r>
              <a:rPr lang="es-ES" sz="1050" dirty="0" err="1">
                <a:latin typeface="Century Gothic" panose="020B0502020202020204" pitchFamily="34" charset="0"/>
              </a:rPr>
              <a:t>metus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dui</a:t>
            </a:r>
            <a:r>
              <a:rPr lang="es-ES" sz="1050" dirty="0">
                <a:latin typeface="Century Gothic" panose="020B0502020202020204" pitchFamily="34" charset="0"/>
              </a:rPr>
              <a:t>, ac commodo </a:t>
            </a:r>
            <a:r>
              <a:rPr lang="es-ES" sz="1050" dirty="0" err="1">
                <a:latin typeface="Century Gothic" panose="020B0502020202020204" pitchFamily="34" charset="0"/>
              </a:rPr>
              <a:t>erat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laoreet</a:t>
            </a:r>
            <a:r>
              <a:rPr lang="es-ES" sz="1050" dirty="0">
                <a:latin typeface="Century Gothic" panose="020B0502020202020204" pitchFamily="34" charset="0"/>
              </a:rPr>
              <a:t> non. </a:t>
            </a:r>
            <a:r>
              <a:rPr lang="es-ES" sz="1050" dirty="0" err="1">
                <a:latin typeface="Century Gothic" panose="020B0502020202020204" pitchFamily="34" charset="0"/>
              </a:rPr>
              <a:t>Curabitur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dictum</a:t>
            </a:r>
            <a:r>
              <a:rPr lang="es-ES" sz="1050" dirty="0">
                <a:latin typeface="Century Gothic" panose="020B0502020202020204" pitchFamily="34" charset="0"/>
              </a:rPr>
              <a:t> ornare ex </a:t>
            </a:r>
            <a:r>
              <a:rPr lang="es-ES" sz="1050" dirty="0" err="1">
                <a:latin typeface="Century Gothic" panose="020B0502020202020204" pitchFamily="34" charset="0"/>
              </a:rPr>
              <a:t>nec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vestibulum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Nulla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molestie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nibh</a:t>
            </a:r>
            <a:r>
              <a:rPr lang="es-ES" sz="1050" dirty="0">
                <a:latin typeface="Century Gothic" panose="020B0502020202020204" pitchFamily="34" charset="0"/>
              </a:rPr>
              <a:t> ut </a:t>
            </a:r>
            <a:r>
              <a:rPr lang="es-ES" sz="1050" dirty="0" err="1">
                <a:latin typeface="Century Gothic" panose="020B0502020202020204" pitchFamily="34" charset="0"/>
              </a:rPr>
              <a:t>iaculis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molestie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ligula</a:t>
            </a:r>
            <a:r>
              <a:rPr lang="es-ES" sz="1050" dirty="0">
                <a:latin typeface="Century Gothic" panose="020B0502020202020204" pitchFamily="34" charset="0"/>
              </a:rPr>
              <a:t> eros </a:t>
            </a:r>
            <a:r>
              <a:rPr lang="es-ES" sz="1050" dirty="0" err="1">
                <a:latin typeface="Century Gothic" panose="020B0502020202020204" pitchFamily="34" charset="0"/>
              </a:rPr>
              <a:t>hendrerit</a:t>
            </a:r>
            <a:r>
              <a:rPr lang="es-ES" sz="1050" dirty="0">
                <a:latin typeface="Century Gothic" panose="020B0502020202020204" pitchFamily="34" charset="0"/>
              </a:rPr>
              <a:t> neque, quis lacinia </a:t>
            </a:r>
            <a:r>
              <a:rPr lang="es-ES" sz="1050" dirty="0" err="1">
                <a:latin typeface="Century Gothic" panose="020B0502020202020204" pitchFamily="34" charset="0"/>
              </a:rPr>
              <a:t>diam</a:t>
            </a:r>
            <a:r>
              <a:rPr lang="es-ES" sz="1050" dirty="0">
                <a:latin typeface="Century Gothic" panose="020B0502020202020204" pitchFamily="34" charset="0"/>
              </a:rPr>
              <a:t> mauris in </a:t>
            </a:r>
            <a:r>
              <a:rPr lang="es-ES" sz="1050" dirty="0" err="1">
                <a:latin typeface="Century Gothic" panose="020B0502020202020204" pitchFamily="34" charset="0"/>
              </a:rPr>
              <a:t>ligula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Pellentesque</a:t>
            </a:r>
            <a:r>
              <a:rPr lang="es-ES" sz="1050" dirty="0">
                <a:latin typeface="Century Gothic" panose="020B0502020202020204" pitchFamily="34" charset="0"/>
              </a:rPr>
              <a:t> id </a:t>
            </a:r>
            <a:r>
              <a:rPr lang="es-ES" sz="1050" dirty="0" err="1">
                <a:latin typeface="Century Gothic" panose="020B0502020202020204" pitchFamily="34" charset="0"/>
              </a:rPr>
              <a:t>risus</a:t>
            </a:r>
            <a:r>
              <a:rPr lang="es-ES" sz="1050" dirty="0">
                <a:latin typeface="Century Gothic" panose="020B0502020202020204" pitchFamily="34" charset="0"/>
              </a:rPr>
              <a:t> in magna </a:t>
            </a:r>
            <a:r>
              <a:rPr lang="es-ES" sz="1050" dirty="0" err="1">
                <a:latin typeface="Century Gothic" panose="020B0502020202020204" pitchFamily="34" charset="0"/>
              </a:rPr>
              <a:t>euismod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mattis</a:t>
            </a:r>
            <a:r>
              <a:rPr lang="es-ES" sz="1050" dirty="0">
                <a:latin typeface="Century Gothic" panose="020B0502020202020204" pitchFamily="34" charset="0"/>
              </a:rPr>
              <a:t> vitae non </a:t>
            </a:r>
            <a:r>
              <a:rPr lang="es-ES" sz="1050" dirty="0" err="1">
                <a:latin typeface="Century Gothic" panose="020B0502020202020204" pitchFamily="34" charset="0"/>
              </a:rPr>
              <a:t>dui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Aenean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viverra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quam</a:t>
            </a:r>
            <a:r>
              <a:rPr lang="es-ES" sz="1050" dirty="0">
                <a:latin typeface="Century Gothic" panose="020B0502020202020204" pitchFamily="34" charset="0"/>
              </a:rPr>
              <a:t> ut dolor commodo, et </a:t>
            </a:r>
            <a:r>
              <a:rPr lang="es-ES" sz="1050" dirty="0" err="1">
                <a:latin typeface="Century Gothic" panose="020B0502020202020204" pitchFamily="34" charset="0"/>
              </a:rPr>
              <a:t>molestie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est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porttitor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Fusce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vestibulum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placerat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ipsum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eget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posuere</a:t>
            </a:r>
            <a:r>
              <a:rPr lang="es-ES" sz="1050" dirty="0">
                <a:latin typeface="Century Gothic" panose="020B0502020202020204" pitchFamily="34" charset="0"/>
              </a:rPr>
              <a:t> justo </a:t>
            </a:r>
            <a:r>
              <a:rPr lang="es-ES" sz="1050" dirty="0" err="1">
                <a:latin typeface="Century Gothic" panose="020B0502020202020204" pitchFamily="34" charset="0"/>
              </a:rPr>
              <a:t>tristique</a:t>
            </a:r>
            <a:r>
              <a:rPr lang="es-ES" sz="1050" dirty="0">
                <a:latin typeface="Century Gothic" panose="020B0502020202020204" pitchFamily="34" charset="0"/>
              </a:rPr>
              <a:t> et. </a:t>
            </a:r>
            <a:r>
              <a:rPr lang="es-ES" sz="1050" dirty="0" err="1">
                <a:latin typeface="Century Gothic" panose="020B0502020202020204" pitchFamily="34" charset="0"/>
              </a:rPr>
              <a:t>Etiam</a:t>
            </a:r>
            <a:r>
              <a:rPr lang="es-ES" sz="1050" dirty="0">
                <a:latin typeface="Century Gothic" panose="020B0502020202020204" pitchFamily="34" charset="0"/>
              </a:rPr>
              <a:t> et </a:t>
            </a:r>
            <a:r>
              <a:rPr lang="es-ES" sz="1050" dirty="0" err="1">
                <a:latin typeface="Century Gothic" panose="020B0502020202020204" pitchFamily="34" charset="0"/>
              </a:rPr>
              <a:t>erat</a:t>
            </a:r>
            <a:r>
              <a:rPr lang="es-ES" sz="1050" dirty="0">
                <a:latin typeface="Century Gothic" panose="020B0502020202020204" pitchFamily="34" charset="0"/>
              </a:rPr>
              <a:t> in </a:t>
            </a:r>
            <a:r>
              <a:rPr lang="es-ES" sz="1050" dirty="0" err="1">
                <a:latin typeface="Century Gothic" panose="020B0502020202020204" pitchFamily="34" charset="0"/>
              </a:rPr>
              <a:t>enim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malesuada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dapibus</a:t>
            </a:r>
            <a:r>
              <a:rPr lang="es-ES" sz="1050" dirty="0">
                <a:latin typeface="Century Gothic" panose="020B0502020202020204" pitchFamily="34" charset="0"/>
              </a:rPr>
              <a:t> quis </a:t>
            </a:r>
            <a:r>
              <a:rPr lang="es-ES" sz="1050" dirty="0" err="1">
                <a:latin typeface="Century Gothic" panose="020B0502020202020204" pitchFamily="34" charset="0"/>
              </a:rPr>
              <a:t>nec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massa</a:t>
            </a:r>
            <a:r>
              <a:rPr lang="es-ES" sz="1050" dirty="0">
                <a:latin typeface="Century Gothic" panose="020B0502020202020204" pitchFamily="34" charset="0"/>
              </a:rPr>
              <a:t>.</a:t>
            </a:r>
          </a:p>
          <a:p>
            <a:pPr algn="just"/>
            <a:endParaRPr lang="es-ES" sz="1050" dirty="0">
              <a:latin typeface="Century Gothic" panose="020B0502020202020204" pitchFamily="34" charset="0"/>
            </a:endParaRPr>
          </a:p>
          <a:p>
            <a:pPr algn="just"/>
            <a:r>
              <a:rPr lang="es-ES" sz="1050" dirty="0" err="1">
                <a:latin typeface="Century Gothic" panose="020B0502020202020204" pitchFamily="34" charset="0"/>
              </a:rPr>
              <a:t>Donec</a:t>
            </a:r>
            <a:r>
              <a:rPr lang="es-ES" sz="1050" dirty="0">
                <a:latin typeface="Century Gothic" panose="020B0502020202020204" pitchFamily="34" charset="0"/>
              </a:rPr>
              <a:t> at </a:t>
            </a:r>
            <a:r>
              <a:rPr lang="es-ES" sz="1050" dirty="0" err="1">
                <a:latin typeface="Century Gothic" panose="020B0502020202020204" pitchFamily="34" charset="0"/>
              </a:rPr>
              <a:t>ipsum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augue</a:t>
            </a:r>
            <a:r>
              <a:rPr lang="es-ES" sz="1050" dirty="0">
                <a:latin typeface="Century Gothic" panose="020B0502020202020204" pitchFamily="34" charset="0"/>
              </a:rPr>
              <a:t>. Lorem </a:t>
            </a:r>
            <a:r>
              <a:rPr lang="es-ES" sz="1050" dirty="0" err="1">
                <a:latin typeface="Century Gothic" panose="020B0502020202020204" pitchFamily="34" charset="0"/>
              </a:rPr>
              <a:t>ipsum</a:t>
            </a:r>
            <a:r>
              <a:rPr lang="es-ES" sz="1050" dirty="0">
                <a:latin typeface="Century Gothic" panose="020B0502020202020204" pitchFamily="34" charset="0"/>
              </a:rPr>
              <a:t> dolor </a:t>
            </a:r>
            <a:r>
              <a:rPr lang="es-ES" sz="1050" dirty="0" err="1">
                <a:latin typeface="Century Gothic" panose="020B0502020202020204" pitchFamily="34" charset="0"/>
              </a:rPr>
              <a:t>sit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amet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consectetur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adipiscing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elit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Nulla</a:t>
            </a:r>
            <a:r>
              <a:rPr lang="es-ES" sz="1050" dirty="0">
                <a:latin typeface="Century Gothic" panose="020B0502020202020204" pitchFamily="34" charset="0"/>
              </a:rPr>
              <a:t> at justo </a:t>
            </a:r>
            <a:r>
              <a:rPr lang="es-ES" sz="1050" dirty="0" err="1">
                <a:latin typeface="Century Gothic" panose="020B0502020202020204" pitchFamily="34" charset="0"/>
              </a:rPr>
              <a:t>eget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elit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gravida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laoreet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vel</a:t>
            </a:r>
            <a:r>
              <a:rPr lang="es-ES" sz="1050" dirty="0">
                <a:latin typeface="Century Gothic" panose="020B0502020202020204" pitchFamily="34" charset="0"/>
              </a:rPr>
              <a:t> et libero. </a:t>
            </a:r>
            <a:r>
              <a:rPr lang="es-ES" sz="1050" dirty="0" err="1">
                <a:latin typeface="Century Gothic" panose="020B0502020202020204" pitchFamily="34" charset="0"/>
              </a:rPr>
              <a:t>Suspendisse</a:t>
            </a:r>
            <a:r>
              <a:rPr lang="es-ES" sz="1050" dirty="0">
                <a:latin typeface="Century Gothic" panose="020B0502020202020204" pitchFamily="34" charset="0"/>
              </a:rPr>
              <a:t> ut eros tortor. </a:t>
            </a:r>
            <a:r>
              <a:rPr lang="es-ES" sz="1050" dirty="0" err="1">
                <a:latin typeface="Century Gothic" panose="020B0502020202020204" pitchFamily="34" charset="0"/>
              </a:rPr>
              <a:t>Proin</a:t>
            </a:r>
            <a:r>
              <a:rPr lang="es-ES" sz="1050" dirty="0">
                <a:latin typeface="Century Gothic" panose="020B0502020202020204" pitchFamily="34" charset="0"/>
              </a:rPr>
              <a:t> at odio </a:t>
            </a:r>
            <a:r>
              <a:rPr lang="es-ES" sz="1050" dirty="0" err="1">
                <a:latin typeface="Century Gothic" panose="020B0502020202020204" pitchFamily="34" charset="0"/>
              </a:rPr>
              <a:t>nisl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Pellentesque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tempus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feugiat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lorem</a:t>
            </a:r>
            <a:r>
              <a:rPr lang="es-ES" sz="1050" dirty="0">
                <a:latin typeface="Century Gothic" panose="020B0502020202020204" pitchFamily="34" charset="0"/>
              </a:rPr>
              <a:t> a </a:t>
            </a:r>
            <a:r>
              <a:rPr lang="es-ES" sz="1050" dirty="0" err="1">
                <a:latin typeface="Century Gothic" panose="020B0502020202020204" pitchFamily="34" charset="0"/>
              </a:rPr>
              <a:t>volutpat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Donec</a:t>
            </a:r>
            <a:r>
              <a:rPr lang="es-ES" sz="1050" dirty="0">
                <a:latin typeface="Century Gothic" panose="020B0502020202020204" pitchFamily="34" charset="0"/>
              </a:rPr>
              <a:t> ac </a:t>
            </a:r>
            <a:r>
              <a:rPr lang="es-ES" sz="1050" dirty="0" err="1">
                <a:latin typeface="Century Gothic" panose="020B0502020202020204" pitchFamily="34" charset="0"/>
              </a:rPr>
              <a:t>vulputate</a:t>
            </a:r>
            <a:r>
              <a:rPr lang="es-ES" sz="1050" dirty="0">
                <a:latin typeface="Century Gothic" panose="020B0502020202020204" pitchFamily="34" charset="0"/>
              </a:rPr>
              <a:t> tortor, </a:t>
            </a:r>
            <a:r>
              <a:rPr lang="es-ES" sz="1050" dirty="0" err="1">
                <a:latin typeface="Century Gothic" panose="020B0502020202020204" pitchFamily="34" charset="0"/>
              </a:rPr>
              <a:t>suscipit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laoreet</a:t>
            </a:r>
            <a:r>
              <a:rPr lang="es-ES" sz="1050" dirty="0">
                <a:latin typeface="Century Gothic" panose="020B0502020202020204" pitchFamily="34" charset="0"/>
              </a:rPr>
              <a:t> odio. </a:t>
            </a:r>
            <a:r>
              <a:rPr lang="es-ES" sz="1050" dirty="0" err="1">
                <a:latin typeface="Century Gothic" panose="020B0502020202020204" pitchFamily="34" charset="0"/>
              </a:rPr>
              <a:t>Donec</a:t>
            </a:r>
            <a:r>
              <a:rPr lang="es-ES" sz="1050" dirty="0">
                <a:latin typeface="Century Gothic" panose="020B0502020202020204" pitchFamily="34" charset="0"/>
              </a:rPr>
              <a:t> a </a:t>
            </a:r>
            <a:r>
              <a:rPr lang="es-ES" sz="1050" dirty="0" err="1">
                <a:latin typeface="Century Gothic" panose="020B0502020202020204" pitchFamily="34" charset="0"/>
              </a:rPr>
              <a:t>dui</a:t>
            </a:r>
            <a:r>
              <a:rPr lang="es-ES" sz="1050" dirty="0">
                <a:latin typeface="Century Gothic" panose="020B0502020202020204" pitchFamily="34" charset="0"/>
              </a:rPr>
              <a:t> a </a:t>
            </a:r>
            <a:r>
              <a:rPr lang="es-ES" sz="1050" dirty="0" err="1">
                <a:latin typeface="Century Gothic" panose="020B0502020202020204" pitchFamily="34" charset="0"/>
              </a:rPr>
              <a:t>lacus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tristique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vestibulum</a:t>
            </a:r>
            <a:r>
              <a:rPr lang="es-ES" sz="1050" dirty="0">
                <a:latin typeface="Century Gothic" panose="020B0502020202020204" pitchFamily="34" charset="0"/>
              </a:rPr>
              <a:t>. In tortor mauris, </a:t>
            </a:r>
            <a:r>
              <a:rPr lang="es-ES" sz="1050" dirty="0" err="1">
                <a:latin typeface="Century Gothic" panose="020B0502020202020204" pitchFamily="34" charset="0"/>
              </a:rPr>
              <a:t>finibus</a:t>
            </a:r>
            <a:r>
              <a:rPr lang="es-ES" sz="1050" dirty="0">
                <a:latin typeface="Century Gothic" panose="020B0502020202020204" pitchFamily="34" charset="0"/>
              </a:rPr>
              <a:t> id </a:t>
            </a:r>
            <a:r>
              <a:rPr lang="es-ES" sz="1050" dirty="0" err="1">
                <a:latin typeface="Century Gothic" panose="020B0502020202020204" pitchFamily="34" charset="0"/>
              </a:rPr>
              <a:t>imperdiet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eu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consequat</a:t>
            </a:r>
            <a:r>
              <a:rPr lang="es-ES" sz="1050" dirty="0">
                <a:latin typeface="Century Gothic" panose="020B0502020202020204" pitchFamily="34" charset="0"/>
              </a:rPr>
              <a:t> id </a:t>
            </a:r>
            <a:r>
              <a:rPr lang="es-ES" sz="1050" dirty="0" err="1">
                <a:latin typeface="Century Gothic" panose="020B0502020202020204" pitchFamily="34" charset="0"/>
              </a:rPr>
              <a:t>arcu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Integer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fermentum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tincidunt</a:t>
            </a:r>
            <a:r>
              <a:rPr lang="es-ES" sz="1050" dirty="0">
                <a:latin typeface="Century Gothic" panose="020B0502020202020204" pitchFamily="34" charset="0"/>
              </a:rPr>
              <a:t> justo, </a:t>
            </a:r>
            <a:r>
              <a:rPr lang="es-ES" sz="1050" dirty="0" err="1">
                <a:latin typeface="Century Gothic" panose="020B0502020202020204" pitchFamily="34" charset="0"/>
              </a:rPr>
              <a:t>volutpat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cursus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lectus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sagittis</a:t>
            </a:r>
            <a:r>
              <a:rPr lang="es-ES" sz="1050" dirty="0">
                <a:latin typeface="Century Gothic" panose="020B0502020202020204" pitchFamily="34" charset="0"/>
              </a:rPr>
              <a:t> ac. </a:t>
            </a:r>
            <a:r>
              <a:rPr lang="es-ES" sz="1050" dirty="0" err="1">
                <a:latin typeface="Century Gothic" panose="020B0502020202020204" pitchFamily="34" charset="0"/>
              </a:rPr>
              <a:t>Fusce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posuere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orci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sit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amet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hendrerit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sagittis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orci</a:t>
            </a:r>
            <a:r>
              <a:rPr lang="es-ES" sz="1050" dirty="0">
                <a:latin typeface="Century Gothic" panose="020B0502020202020204" pitchFamily="34" charset="0"/>
              </a:rPr>
              <a:t> mauris lacinia </a:t>
            </a:r>
            <a:r>
              <a:rPr lang="es-ES" sz="1050" dirty="0" err="1">
                <a:latin typeface="Century Gothic" panose="020B0502020202020204" pitchFamily="34" charset="0"/>
              </a:rPr>
              <a:t>sapien</a:t>
            </a:r>
            <a:r>
              <a:rPr lang="es-ES" sz="1050" dirty="0">
                <a:latin typeface="Century Gothic" panose="020B0502020202020204" pitchFamily="34" charset="0"/>
              </a:rPr>
              <a:t>, ac </a:t>
            </a:r>
            <a:r>
              <a:rPr lang="es-ES" sz="1050" dirty="0" err="1">
                <a:latin typeface="Century Gothic" panose="020B0502020202020204" pitchFamily="34" charset="0"/>
              </a:rPr>
              <a:t>pharetra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velit</a:t>
            </a:r>
            <a:r>
              <a:rPr lang="es-ES" sz="1050" dirty="0">
                <a:latin typeface="Century Gothic" panose="020B0502020202020204" pitchFamily="34" charset="0"/>
              </a:rPr>
              <a:t> odio </a:t>
            </a:r>
            <a:r>
              <a:rPr lang="es-ES" sz="1050" dirty="0" err="1">
                <a:latin typeface="Century Gothic" panose="020B0502020202020204" pitchFamily="34" charset="0"/>
              </a:rPr>
              <a:t>pharetra</a:t>
            </a:r>
            <a:r>
              <a:rPr lang="es-ES" sz="1050" dirty="0">
                <a:latin typeface="Century Gothic" panose="020B0502020202020204" pitchFamily="34" charset="0"/>
              </a:rPr>
              <a:t> ante. </a:t>
            </a:r>
            <a:r>
              <a:rPr lang="es-ES" sz="1050" dirty="0" err="1">
                <a:latin typeface="Century Gothic" panose="020B0502020202020204" pitchFamily="34" charset="0"/>
              </a:rPr>
              <a:t>Duis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eu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nisi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condimentum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gravida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nisl</a:t>
            </a:r>
            <a:r>
              <a:rPr lang="es-ES" sz="1050" dirty="0">
                <a:latin typeface="Century Gothic" panose="020B0502020202020204" pitchFamily="34" charset="0"/>
              </a:rPr>
              <a:t> at, </a:t>
            </a:r>
            <a:r>
              <a:rPr lang="es-ES" sz="1050" dirty="0" err="1">
                <a:latin typeface="Century Gothic" panose="020B0502020202020204" pitchFamily="34" charset="0"/>
              </a:rPr>
              <a:t>venenatis</a:t>
            </a:r>
            <a:r>
              <a:rPr lang="es-ES" sz="1050" dirty="0">
                <a:latin typeface="Century Gothic" panose="020B0502020202020204" pitchFamily="34" charset="0"/>
              </a:rPr>
              <a:t> nunc. </a:t>
            </a:r>
            <a:r>
              <a:rPr lang="es-ES" sz="1050" dirty="0" err="1">
                <a:latin typeface="Century Gothic" panose="020B0502020202020204" pitchFamily="34" charset="0"/>
              </a:rPr>
              <a:t>Integer</a:t>
            </a:r>
            <a:r>
              <a:rPr lang="es-ES" sz="1050" dirty="0">
                <a:latin typeface="Century Gothic" panose="020B0502020202020204" pitchFamily="34" charset="0"/>
              </a:rPr>
              <a:t> a nunc leo.</a:t>
            </a:r>
          </a:p>
          <a:p>
            <a:pPr algn="just"/>
            <a:endParaRPr lang="es-ES" sz="1050" dirty="0">
              <a:latin typeface="Century Gothic" panose="020B0502020202020204" pitchFamily="34" charset="0"/>
            </a:endParaRPr>
          </a:p>
          <a:p>
            <a:pPr algn="just"/>
            <a:r>
              <a:rPr lang="es-ES" sz="1050" dirty="0" err="1">
                <a:latin typeface="Century Gothic" panose="020B0502020202020204" pitchFamily="34" charset="0"/>
              </a:rPr>
              <a:t>Integer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nulla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turpis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fringilla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eu</a:t>
            </a:r>
            <a:r>
              <a:rPr lang="es-ES" sz="1050" dirty="0">
                <a:latin typeface="Century Gothic" panose="020B0502020202020204" pitchFamily="34" charset="0"/>
              </a:rPr>
              <a:t> odio ac, </a:t>
            </a:r>
            <a:r>
              <a:rPr lang="es-ES" sz="1050" dirty="0" err="1">
                <a:latin typeface="Century Gothic" panose="020B0502020202020204" pitchFamily="34" charset="0"/>
              </a:rPr>
              <a:t>vulputate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porttitor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arcu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Pellentesque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habitant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morbi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tristique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senectus</a:t>
            </a:r>
            <a:r>
              <a:rPr lang="es-ES" sz="1050" dirty="0">
                <a:latin typeface="Century Gothic" panose="020B0502020202020204" pitchFamily="34" charset="0"/>
              </a:rPr>
              <a:t> et </a:t>
            </a:r>
            <a:r>
              <a:rPr lang="es-ES" sz="1050" dirty="0" err="1">
                <a:latin typeface="Century Gothic" panose="020B0502020202020204" pitchFamily="34" charset="0"/>
              </a:rPr>
              <a:t>netus</a:t>
            </a:r>
            <a:r>
              <a:rPr lang="es-ES" sz="1050" dirty="0">
                <a:latin typeface="Century Gothic" panose="020B0502020202020204" pitchFamily="34" charset="0"/>
              </a:rPr>
              <a:t> et </a:t>
            </a:r>
            <a:r>
              <a:rPr lang="es-ES" sz="1050" dirty="0" err="1">
                <a:latin typeface="Century Gothic" panose="020B0502020202020204" pitchFamily="34" charset="0"/>
              </a:rPr>
              <a:t>malesuada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fames</a:t>
            </a:r>
            <a:r>
              <a:rPr lang="es-ES" sz="1050" dirty="0">
                <a:latin typeface="Century Gothic" panose="020B0502020202020204" pitchFamily="34" charset="0"/>
              </a:rPr>
              <a:t> ac </a:t>
            </a:r>
            <a:r>
              <a:rPr lang="es-ES" sz="1050" dirty="0" err="1">
                <a:latin typeface="Century Gothic" panose="020B0502020202020204" pitchFamily="34" charset="0"/>
              </a:rPr>
              <a:t>turpis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egestas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Proin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finibus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quam</a:t>
            </a:r>
            <a:r>
              <a:rPr lang="es-ES" sz="1050" dirty="0">
                <a:latin typeface="Century Gothic" panose="020B0502020202020204" pitchFamily="34" charset="0"/>
              </a:rPr>
              <a:t> non commodo </a:t>
            </a:r>
            <a:r>
              <a:rPr lang="es-ES" sz="1050" dirty="0" err="1">
                <a:latin typeface="Century Gothic" panose="020B0502020202020204" pitchFamily="34" charset="0"/>
              </a:rPr>
              <a:t>luctus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Nullam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semper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aliquam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metus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eget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accumsan</a:t>
            </a:r>
            <a:r>
              <a:rPr lang="es-ES" sz="1050" dirty="0">
                <a:latin typeface="Century Gothic" panose="020B0502020202020204" pitchFamily="34" charset="0"/>
              </a:rPr>
              <a:t> magna. Ut </a:t>
            </a:r>
            <a:r>
              <a:rPr lang="es-ES" sz="1050" dirty="0" err="1">
                <a:latin typeface="Century Gothic" panose="020B0502020202020204" pitchFamily="34" charset="0"/>
              </a:rPr>
              <a:t>finibus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vulputate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sollicitudin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Morbi</a:t>
            </a:r>
            <a:r>
              <a:rPr lang="es-ES" sz="1050" dirty="0">
                <a:latin typeface="Century Gothic" panose="020B0502020202020204" pitchFamily="34" charset="0"/>
              </a:rPr>
              <a:t> dolor justo, </a:t>
            </a:r>
            <a:r>
              <a:rPr lang="es-ES" sz="1050" dirty="0" err="1">
                <a:latin typeface="Century Gothic" panose="020B0502020202020204" pitchFamily="34" charset="0"/>
              </a:rPr>
              <a:t>molestie</a:t>
            </a:r>
            <a:r>
              <a:rPr lang="es-ES" sz="1050" dirty="0">
                <a:latin typeface="Century Gothic" panose="020B0502020202020204" pitchFamily="34" charset="0"/>
              </a:rPr>
              <a:t> id </a:t>
            </a:r>
            <a:r>
              <a:rPr lang="es-ES" sz="1050" dirty="0" err="1">
                <a:latin typeface="Century Gothic" panose="020B0502020202020204" pitchFamily="34" charset="0"/>
              </a:rPr>
              <a:t>dapibus</a:t>
            </a:r>
            <a:r>
              <a:rPr lang="es-ES" sz="1050" dirty="0">
                <a:latin typeface="Century Gothic" panose="020B0502020202020204" pitchFamily="34" charset="0"/>
              </a:rPr>
              <a:t> a, </a:t>
            </a:r>
            <a:r>
              <a:rPr lang="es-ES" sz="1050" dirty="0" err="1">
                <a:latin typeface="Century Gothic" panose="020B0502020202020204" pitchFamily="34" charset="0"/>
              </a:rPr>
              <a:t>tincidunt</a:t>
            </a:r>
            <a:r>
              <a:rPr lang="es-ES" sz="1050" dirty="0">
                <a:latin typeface="Century Gothic" panose="020B0502020202020204" pitchFamily="34" charset="0"/>
              </a:rPr>
              <a:t> at tortor. Mauris </a:t>
            </a:r>
            <a:r>
              <a:rPr lang="es-ES" sz="1050" dirty="0" err="1">
                <a:latin typeface="Century Gothic" panose="020B0502020202020204" pitchFamily="34" charset="0"/>
              </a:rPr>
              <a:t>dapibus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pellentesque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pretium</a:t>
            </a:r>
            <a:r>
              <a:rPr lang="es-ES" sz="1050" dirty="0">
                <a:latin typeface="Century Gothic" panose="020B0502020202020204" pitchFamily="34" charset="0"/>
              </a:rPr>
              <a:t>. In dolor </a:t>
            </a:r>
            <a:r>
              <a:rPr lang="es-ES" sz="1050" dirty="0" err="1">
                <a:latin typeface="Century Gothic" panose="020B0502020202020204" pitchFamily="34" charset="0"/>
              </a:rPr>
              <a:t>purus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gravida</a:t>
            </a:r>
            <a:r>
              <a:rPr lang="es-ES" sz="1050" dirty="0">
                <a:latin typeface="Century Gothic" panose="020B0502020202020204" pitchFamily="34" charset="0"/>
              </a:rPr>
              <a:t> quis </a:t>
            </a:r>
            <a:r>
              <a:rPr lang="es-ES" sz="1050" dirty="0" err="1">
                <a:latin typeface="Century Gothic" panose="020B0502020202020204" pitchFamily="34" charset="0"/>
              </a:rPr>
              <a:t>fringilla</a:t>
            </a:r>
            <a:r>
              <a:rPr lang="es-ES" sz="1050" dirty="0">
                <a:latin typeface="Century Gothic" panose="020B0502020202020204" pitchFamily="34" charset="0"/>
              </a:rPr>
              <a:t> ut, </a:t>
            </a:r>
            <a:r>
              <a:rPr lang="es-ES" sz="1050" dirty="0" err="1">
                <a:latin typeface="Century Gothic" panose="020B0502020202020204" pitchFamily="34" charset="0"/>
              </a:rPr>
              <a:t>tincidunt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facilisis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ligula</a:t>
            </a:r>
            <a:r>
              <a:rPr lang="es-ES" sz="1050" dirty="0">
                <a:latin typeface="Century Gothic" panose="020B0502020202020204" pitchFamily="34" charset="0"/>
              </a:rPr>
              <a:t>. In </a:t>
            </a:r>
            <a:r>
              <a:rPr lang="es-ES" sz="1050" dirty="0" err="1">
                <a:latin typeface="Century Gothic" panose="020B0502020202020204" pitchFamily="34" charset="0"/>
              </a:rPr>
              <a:t>pretium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lectus</a:t>
            </a:r>
            <a:r>
              <a:rPr lang="es-ES" sz="1050" dirty="0">
                <a:latin typeface="Century Gothic" panose="020B0502020202020204" pitchFamily="34" charset="0"/>
              </a:rPr>
              <a:t> id </a:t>
            </a:r>
            <a:r>
              <a:rPr lang="es-ES" sz="1050" dirty="0" err="1">
                <a:latin typeface="Century Gothic" panose="020B0502020202020204" pitchFamily="34" charset="0"/>
              </a:rPr>
              <a:t>ligula</a:t>
            </a:r>
            <a:r>
              <a:rPr lang="es-ES" sz="1050" dirty="0">
                <a:latin typeface="Century Gothic" panose="020B0502020202020204" pitchFamily="34" charset="0"/>
              </a:rPr>
              <a:t> auctor </a:t>
            </a:r>
            <a:r>
              <a:rPr lang="es-ES" sz="1050" dirty="0" err="1">
                <a:latin typeface="Century Gothic" panose="020B0502020202020204" pitchFamily="34" charset="0"/>
              </a:rPr>
              <a:t>dapibus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Donec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pretium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pharetra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laoreet</a:t>
            </a:r>
            <a:r>
              <a:rPr lang="es-ES" sz="1050" dirty="0">
                <a:latin typeface="Century Gothic" panose="020B0502020202020204" pitchFamily="34" charset="0"/>
              </a:rPr>
              <a:t>.</a:t>
            </a:r>
          </a:p>
        </p:txBody>
      </p:sp>
      <p:sp>
        <p:nvSpPr>
          <p:cNvPr id="2" name="CuadroTexto 1" descr="{&quot;id&quot;:&quot;9&quot;,&quot;type&quot;:&quot;text&quot;,&quot;editable&quot;:&quot;True&quot;, &quot;format&quot;:&quot;&lt;content&gt;&quot;}">
            <a:extLst>
              <a:ext uri="{FF2B5EF4-FFF2-40B4-BE49-F238E27FC236}">
                <a16:creationId xmlns:a16="http://schemas.microsoft.com/office/drawing/2014/main" id="{AF9CDC93-A096-BFF6-2039-08D6AFE9D69A}"/>
              </a:ext>
            </a:extLst>
          </p:cNvPr>
          <p:cNvSpPr txBox="1"/>
          <p:nvPr/>
        </p:nvSpPr>
        <p:spPr>
          <a:xfrm>
            <a:off x="3096126" y="6857431"/>
            <a:ext cx="3211079" cy="25160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1050" dirty="0">
                <a:latin typeface="Century Gothic" panose="020B0502020202020204" pitchFamily="34" charset="0"/>
              </a:rPr>
              <a:t>Lorem </a:t>
            </a:r>
            <a:r>
              <a:rPr lang="es-ES" sz="1050" dirty="0" err="1">
                <a:latin typeface="Century Gothic" panose="020B0502020202020204" pitchFamily="34" charset="0"/>
              </a:rPr>
              <a:t>ipsum</a:t>
            </a:r>
            <a:r>
              <a:rPr lang="es-ES" sz="1050" dirty="0">
                <a:latin typeface="Century Gothic" panose="020B0502020202020204" pitchFamily="34" charset="0"/>
              </a:rPr>
              <a:t> dolor </a:t>
            </a:r>
            <a:r>
              <a:rPr lang="es-ES" sz="1050" dirty="0" err="1">
                <a:latin typeface="Century Gothic" panose="020B0502020202020204" pitchFamily="34" charset="0"/>
              </a:rPr>
              <a:t>sit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amet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consectetur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adipiscing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elit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Praesent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condimentum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consequat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mollis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Integer</a:t>
            </a:r>
            <a:r>
              <a:rPr lang="es-ES" sz="1050" dirty="0">
                <a:latin typeface="Century Gothic" panose="020B0502020202020204" pitchFamily="34" charset="0"/>
              </a:rPr>
              <a:t> vitae </a:t>
            </a:r>
            <a:r>
              <a:rPr lang="es-ES" sz="1050" dirty="0" err="1">
                <a:latin typeface="Century Gothic" panose="020B0502020202020204" pitchFamily="34" charset="0"/>
              </a:rPr>
              <a:t>ipsum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pharetra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aliquet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purus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mollis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fringilla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enim</a:t>
            </a:r>
            <a:r>
              <a:rPr lang="es-ES" sz="1050" dirty="0">
                <a:latin typeface="Century Gothic" panose="020B0502020202020204" pitchFamily="34" charset="0"/>
              </a:rPr>
              <a:t>. Sed </a:t>
            </a:r>
            <a:r>
              <a:rPr lang="es-ES" sz="1050" dirty="0" err="1">
                <a:latin typeface="Century Gothic" panose="020B0502020202020204" pitchFamily="34" charset="0"/>
              </a:rPr>
              <a:t>porttitor</a:t>
            </a:r>
            <a:r>
              <a:rPr lang="es-ES" sz="1050" dirty="0">
                <a:latin typeface="Century Gothic" panose="020B0502020202020204" pitchFamily="34" charset="0"/>
              </a:rPr>
              <a:t> commodo </a:t>
            </a:r>
            <a:r>
              <a:rPr lang="es-ES" sz="1050" dirty="0" err="1">
                <a:latin typeface="Century Gothic" panose="020B0502020202020204" pitchFamily="34" charset="0"/>
              </a:rPr>
              <a:t>est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sit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amet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tincidunt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enim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condimentum</a:t>
            </a:r>
            <a:r>
              <a:rPr lang="es-ES" sz="1050" dirty="0">
                <a:latin typeface="Century Gothic" panose="020B0502020202020204" pitchFamily="34" charset="0"/>
              </a:rPr>
              <a:t> id. </a:t>
            </a:r>
            <a:r>
              <a:rPr lang="es-ES" sz="1050" dirty="0" err="1">
                <a:latin typeface="Century Gothic" panose="020B0502020202020204" pitchFamily="34" charset="0"/>
              </a:rPr>
              <a:t>Donec</a:t>
            </a:r>
            <a:r>
              <a:rPr lang="es-ES" sz="1050" dirty="0">
                <a:latin typeface="Century Gothic" panose="020B0502020202020204" pitchFamily="34" charset="0"/>
              </a:rPr>
              <a:t> ornare </a:t>
            </a:r>
            <a:r>
              <a:rPr lang="es-ES" sz="1050" dirty="0" err="1">
                <a:latin typeface="Century Gothic" panose="020B0502020202020204" pitchFamily="34" charset="0"/>
              </a:rPr>
              <a:t>consectetur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laoreet</a:t>
            </a:r>
            <a:r>
              <a:rPr lang="es-ES" sz="1050" dirty="0">
                <a:latin typeface="Century Gothic" panose="020B0502020202020204" pitchFamily="34" charset="0"/>
              </a:rPr>
              <a:t>. Sed </a:t>
            </a:r>
            <a:r>
              <a:rPr lang="es-ES" sz="1050" dirty="0" err="1">
                <a:latin typeface="Century Gothic" panose="020B0502020202020204" pitchFamily="34" charset="0"/>
              </a:rPr>
              <a:t>tempus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tristique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massa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Vestibulum</a:t>
            </a:r>
            <a:r>
              <a:rPr lang="es-ES" sz="1050" dirty="0">
                <a:latin typeface="Century Gothic" panose="020B0502020202020204" pitchFamily="34" charset="0"/>
              </a:rPr>
              <a:t> at </a:t>
            </a:r>
            <a:r>
              <a:rPr lang="es-ES" sz="1050" dirty="0" err="1">
                <a:latin typeface="Century Gothic" panose="020B0502020202020204" pitchFamily="34" charset="0"/>
              </a:rPr>
              <a:t>cursus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quam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eu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dapibus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orci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Maecenas</a:t>
            </a:r>
            <a:r>
              <a:rPr lang="es-ES" sz="1050" dirty="0">
                <a:latin typeface="Century Gothic" panose="020B0502020202020204" pitchFamily="34" charset="0"/>
              </a:rPr>
              <a:t> et </a:t>
            </a:r>
            <a:r>
              <a:rPr lang="es-ES" sz="1050" dirty="0" err="1">
                <a:latin typeface="Century Gothic" panose="020B0502020202020204" pitchFamily="34" charset="0"/>
              </a:rPr>
              <a:t>augue</a:t>
            </a:r>
            <a:r>
              <a:rPr lang="es-ES" sz="1050" dirty="0">
                <a:latin typeface="Century Gothic" panose="020B0502020202020204" pitchFamily="34" charset="0"/>
              </a:rPr>
              <a:t> ut </a:t>
            </a:r>
            <a:r>
              <a:rPr lang="es-ES" sz="1050" dirty="0" err="1">
                <a:latin typeface="Century Gothic" panose="020B0502020202020204" pitchFamily="34" charset="0"/>
              </a:rPr>
              <a:t>dui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hendrerit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malesuada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laoreet</a:t>
            </a:r>
            <a:r>
              <a:rPr lang="es-ES" sz="1050" dirty="0">
                <a:latin typeface="Century Gothic" panose="020B0502020202020204" pitchFamily="34" charset="0"/>
              </a:rPr>
              <a:t> et odio. Cras </a:t>
            </a:r>
            <a:r>
              <a:rPr lang="es-ES" sz="1050" dirty="0" err="1">
                <a:latin typeface="Century Gothic" panose="020B0502020202020204" pitchFamily="34" charset="0"/>
              </a:rPr>
              <a:t>aliquam</a:t>
            </a:r>
            <a:r>
              <a:rPr lang="es-ES" sz="1050" dirty="0">
                <a:latin typeface="Century Gothic" panose="020B0502020202020204" pitchFamily="34" charset="0"/>
              </a:rPr>
              <a:t> eros </a:t>
            </a:r>
            <a:r>
              <a:rPr lang="es-ES" sz="1050" dirty="0" err="1">
                <a:latin typeface="Century Gothic" panose="020B0502020202020204" pitchFamily="34" charset="0"/>
              </a:rPr>
              <a:t>pretium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elit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mattis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vulputate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Praesent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molestie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risus</a:t>
            </a:r>
            <a:r>
              <a:rPr lang="es-ES" sz="1050" dirty="0">
                <a:latin typeface="Century Gothic" panose="020B0502020202020204" pitchFamily="34" charset="0"/>
              </a:rPr>
              <a:t> neque, ac </a:t>
            </a:r>
            <a:r>
              <a:rPr lang="es-ES" sz="1050" dirty="0" err="1">
                <a:latin typeface="Century Gothic" panose="020B0502020202020204" pitchFamily="34" charset="0"/>
              </a:rPr>
              <a:t>dapibus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augue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aliquam</a:t>
            </a:r>
            <a:r>
              <a:rPr lang="es-ES" sz="1050" dirty="0">
                <a:latin typeface="Century Gothic" panose="020B0502020202020204" pitchFamily="34" charset="0"/>
              </a:rPr>
              <a:t> vitae. Mauris </a:t>
            </a:r>
            <a:r>
              <a:rPr lang="es-ES" sz="1050" dirty="0" err="1">
                <a:latin typeface="Century Gothic" panose="020B0502020202020204" pitchFamily="34" charset="0"/>
              </a:rPr>
              <a:t>nulla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lacus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pretium</a:t>
            </a:r>
            <a:r>
              <a:rPr lang="es-ES" sz="1050" dirty="0">
                <a:latin typeface="Century Gothic" panose="020B0502020202020204" pitchFamily="34" charset="0"/>
              </a:rPr>
              <a:t> et </a:t>
            </a:r>
            <a:r>
              <a:rPr lang="es-ES" sz="1050" dirty="0" err="1">
                <a:latin typeface="Century Gothic" panose="020B0502020202020204" pitchFamily="34" charset="0"/>
              </a:rPr>
              <a:t>imperdiet</a:t>
            </a:r>
            <a:r>
              <a:rPr lang="es-ES" sz="1050" dirty="0">
                <a:latin typeface="Century Gothic" panose="020B0502020202020204" pitchFamily="34" charset="0"/>
              </a:rPr>
              <a:t> ut, pulvinar et </a:t>
            </a:r>
            <a:r>
              <a:rPr lang="es-ES" sz="1050" dirty="0" err="1">
                <a:latin typeface="Century Gothic" panose="020B0502020202020204" pitchFamily="34" charset="0"/>
              </a:rPr>
              <a:t>risus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Interdum</a:t>
            </a:r>
            <a:r>
              <a:rPr lang="es-ES" sz="1050" dirty="0">
                <a:latin typeface="Century Gothic" panose="020B0502020202020204" pitchFamily="34" charset="0"/>
              </a:rPr>
              <a:t> et </a:t>
            </a:r>
            <a:r>
              <a:rPr lang="es-ES" sz="1050" dirty="0" err="1">
                <a:latin typeface="Century Gothic" panose="020B0502020202020204" pitchFamily="34" charset="0"/>
              </a:rPr>
              <a:t>malesuada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fames</a:t>
            </a:r>
            <a:r>
              <a:rPr lang="es-ES" sz="1050" dirty="0">
                <a:latin typeface="Century Gothic" panose="020B0502020202020204" pitchFamily="34" charset="0"/>
              </a:rPr>
              <a:t> ac ante </a:t>
            </a:r>
            <a:r>
              <a:rPr lang="es-ES" sz="1050" dirty="0" err="1">
                <a:latin typeface="Century Gothic" panose="020B0502020202020204" pitchFamily="34" charset="0"/>
              </a:rPr>
              <a:t>ipsum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primis</a:t>
            </a:r>
            <a:r>
              <a:rPr lang="es-ES" sz="1050" dirty="0">
                <a:latin typeface="Century Gothic" panose="020B0502020202020204" pitchFamily="34" charset="0"/>
              </a:rPr>
              <a:t> in </a:t>
            </a:r>
            <a:r>
              <a:rPr lang="es-ES" sz="1050" dirty="0" err="1">
                <a:latin typeface="Century Gothic" panose="020B0502020202020204" pitchFamily="34" charset="0"/>
              </a:rPr>
              <a:t>faucibus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</a:p>
        </p:txBody>
      </p:sp>
      <p:pic>
        <p:nvPicPr>
          <p:cNvPr id="3" name="Picture 4" descr="{&quot;id&quot;:&quot;9&quot;,&quot;type&quot;:&quot;image&quot;,&quot;editable&quot;:&quot;True&quot;}">
            <a:extLst>
              <a:ext uri="{FF2B5EF4-FFF2-40B4-BE49-F238E27FC236}">
                <a16:creationId xmlns:a16="http://schemas.microsoft.com/office/drawing/2014/main" id="{65C47D01-1C6E-4BCB-B36E-BDD1F456F9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608" y="6857430"/>
            <a:ext cx="2239768" cy="2410661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ítulo 1" descr="{&quot;id&quot;:&quot;1&quot;,&quot;type&quot;:&quot;text&quot;,&quot;editable&quot;:&quot;False&quot;, &quot;format&quot;:&quot;&lt;asignatura&gt;&quot;}">
            <a:extLst>
              <a:ext uri="{FF2B5EF4-FFF2-40B4-BE49-F238E27FC236}">
                <a16:creationId xmlns:a16="http://schemas.microsoft.com/office/drawing/2014/main" id="{0635047B-1EB9-A960-E964-7FE4E99C19FD}"/>
              </a:ext>
            </a:extLst>
          </p:cNvPr>
          <p:cNvSpPr txBox="1">
            <a:spLocks/>
          </p:cNvSpPr>
          <p:nvPr/>
        </p:nvSpPr>
        <p:spPr>
          <a:xfrm>
            <a:off x="64384" y="179407"/>
            <a:ext cx="1585732" cy="34145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1000" b="1" dirty="0">
                <a:solidFill>
                  <a:srgbClr val="7EB900"/>
                </a:solidFill>
                <a:latin typeface="Century Gothic" panose="020B0502020202020204" pitchFamily="34" charset="0"/>
              </a:rPr>
              <a:t>Nombre Asignatura</a:t>
            </a:r>
          </a:p>
        </p:txBody>
      </p:sp>
      <p:sp>
        <p:nvSpPr>
          <p:cNvPr id="7" name="Título 1" descr="{&quot;id&quot;:&quot;2&quot;,&quot;type&quot;:&quot;text&quot;,&quot;editable&quot;:&quot;False&quot;, &quot;format&quot;:&quot;&lt;curso&gt;&quot;}">
            <a:extLst>
              <a:ext uri="{FF2B5EF4-FFF2-40B4-BE49-F238E27FC236}">
                <a16:creationId xmlns:a16="http://schemas.microsoft.com/office/drawing/2014/main" id="{8C357BA9-E670-B466-B173-841744B9125A}"/>
              </a:ext>
            </a:extLst>
          </p:cNvPr>
          <p:cNvSpPr txBox="1">
            <a:spLocks/>
          </p:cNvSpPr>
          <p:nvPr/>
        </p:nvSpPr>
        <p:spPr>
          <a:xfrm>
            <a:off x="2650601" y="179407"/>
            <a:ext cx="1585732" cy="34145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1000" b="1" dirty="0">
                <a:solidFill>
                  <a:srgbClr val="7EB900"/>
                </a:solidFill>
                <a:latin typeface="Century Gothic" panose="020B0502020202020204" pitchFamily="34" charset="0"/>
              </a:rPr>
              <a:t>Curso Académico</a:t>
            </a:r>
          </a:p>
        </p:txBody>
      </p:sp>
      <p:sp>
        <p:nvSpPr>
          <p:cNvPr id="9" name="Título 1" descr="{&quot;id&quot;:&quot;7&quot;,&quot;type&quot;:&quot;text&quot;,&quot;editable&quot;:&quot;False&quot;, &quot;format&quot;:&quot;Pagina &lt;numero_pagina&gt;&quot;}">
            <a:extLst>
              <a:ext uri="{FF2B5EF4-FFF2-40B4-BE49-F238E27FC236}">
                <a16:creationId xmlns:a16="http://schemas.microsoft.com/office/drawing/2014/main" id="{26FCBAE8-ADA8-6307-BE73-63CA6A18D6CE}"/>
              </a:ext>
            </a:extLst>
          </p:cNvPr>
          <p:cNvSpPr txBox="1">
            <a:spLocks/>
          </p:cNvSpPr>
          <p:nvPr/>
        </p:nvSpPr>
        <p:spPr>
          <a:xfrm>
            <a:off x="5272268" y="9564546"/>
            <a:ext cx="1585732" cy="34145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1000" b="1" dirty="0">
                <a:solidFill>
                  <a:srgbClr val="7EB900"/>
                </a:solidFill>
                <a:latin typeface="Century Gothic" panose="020B0502020202020204" pitchFamily="34" charset="0"/>
              </a:rPr>
              <a:t>Página X</a:t>
            </a:r>
          </a:p>
        </p:txBody>
      </p:sp>
    </p:spTree>
    <p:extLst>
      <p:ext uri="{BB962C8B-B14F-4D97-AF65-F5344CB8AC3E}">
        <p14:creationId xmlns:p14="http://schemas.microsoft.com/office/powerpoint/2010/main" val="365372032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334</TotalTime>
  <Words>1875</Words>
  <Application>Microsoft Office PowerPoint</Application>
  <PresentationFormat>A4 (210 x 297 mm)</PresentationFormat>
  <Paragraphs>40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Century Gothic</vt:lpstr>
      <vt:lpstr>Tema de Office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Rafael Armero Fernández</dc:creator>
  <cp:lastModifiedBy>Rafael Armero Fernández</cp:lastModifiedBy>
  <cp:revision>12</cp:revision>
  <dcterms:created xsi:type="dcterms:W3CDTF">2026-01-08T10:33:33Z</dcterms:created>
  <dcterms:modified xsi:type="dcterms:W3CDTF">2026-01-18T14:39:02Z</dcterms:modified>
</cp:coreProperties>
</file>