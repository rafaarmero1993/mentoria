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66" r:id="rId3"/>
    <p:sldId id="267" r:id="rId4"/>
    <p:sldId id="268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98256DB-9691-5725-D85B-9C475134FCD5}" name="Rafael Armero Fernández" initials="RA" userId="S::rarmero@ferrer.com::6d4a3b6f-eaff-4048-87fd-5b7ed0f5213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8A7"/>
    <a:srgbClr val="7EB900"/>
    <a:srgbClr val="E5F0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9" d="100"/>
          <a:sy n="49" d="100"/>
        </p:scale>
        <p:origin x="2813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3571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615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7123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6563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4153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6247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9908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1978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1965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5071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508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3155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2CE8E-ECCB-46BD-81AC-A93C14D99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 descr="{&quot;id&quot;:&quot;1&quot;,&quot;type&quot;:&quot;text&quot;,&quot;editable&quot;:&quot;False&quot;, &quot;format&quot;:&quot;&lt;asignatura&gt;&quot;}">
            <a:extLst>
              <a:ext uri="{FF2B5EF4-FFF2-40B4-BE49-F238E27FC236}">
                <a16:creationId xmlns:a16="http://schemas.microsoft.com/office/drawing/2014/main" id="{3EB37FAF-D448-FD80-3828-6B022B1D0A65}"/>
              </a:ext>
            </a:extLst>
          </p:cNvPr>
          <p:cNvSpPr txBox="1">
            <a:spLocks/>
          </p:cNvSpPr>
          <p:nvPr/>
        </p:nvSpPr>
        <p:spPr>
          <a:xfrm>
            <a:off x="64384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Nombre Asignatura</a:t>
            </a:r>
          </a:p>
        </p:txBody>
      </p:sp>
      <p:sp>
        <p:nvSpPr>
          <p:cNvPr id="5" name="Título 1" descr="{&quot;id&quot;:&quot;2&quot;,&quot;type&quot;:&quot;text&quot;,&quot;editable&quot;:&quot;False&quot;, &quot;format&quot;:&quot;&lt;curso&gt;&quot;}">
            <a:extLst>
              <a:ext uri="{FF2B5EF4-FFF2-40B4-BE49-F238E27FC236}">
                <a16:creationId xmlns:a16="http://schemas.microsoft.com/office/drawing/2014/main" id="{431F87BD-E429-7A07-EBB8-DEAF89B49679}"/>
              </a:ext>
            </a:extLst>
          </p:cNvPr>
          <p:cNvSpPr txBox="1">
            <a:spLocks/>
          </p:cNvSpPr>
          <p:nvPr/>
        </p:nvSpPr>
        <p:spPr>
          <a:xfrm>
            <a:off x="2650601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Curso Académico</a:t>
            </a:r>
          </a:p>
        </p:txBody>
      </p:sp>
      <p:pic>
        <p:nvPicPr>
          <p:cNvPr id="1028" name="Picture 4" descr="Ferrer Logo &amp; Brand Assets (SVG, PNG and vector) - Brandfetch">
            <a:extLst>
              <a:ext uri="{FF2B5EF4-FFF2-40B4-BE49-F238E27FC236}">
                <a16:creationId xmlns:a16="http://schemas.microsoft.com/office/drawing/2014/main" id="{E95861B2-2504-E17B-A0AF-EC292BF67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711" y="144742"/>
            <a:ext cx="318244" cy="31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 descr="{&quot;id&quot;:&quot;5&quot;,&quot;type&quot;:&quot;text&quot;,&quot;editable&quot;:&quot;True&quot;, &quot;format&quot;:&quot;&lt;numero_unidad_formativa&gt;.&lt;numero_capítulo&gt;.&lt;numero_sección&gt;: &lt;titulo_de_la_sección&gt;&quot;}">
            <a:extLst>
              <a:ext uri="{FF2B5EF4-FFF2-40B4-BE49-F238E27FC236}">
                <a16:creationId xmlns:a16="http://schemas.microsoft.com/office/drawing/2014/main" id="{0B67D581-0EAE-0379-2232-D7B6A2FE8C23}"/>
              </a:ext>
            </a:extLst>
          </p:cNvPr>
          <p:cNvSpPr txBox="1"/>
          <p:nvPr/>
        </p:nvSpPr>
        <p:spPr>
          <a:xfrm>
            <a:off x="505227" y="1012575"/>
            <a:ext cx="4317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7EB900"/>
                </a:solidFill>
                <a:latin typeface="Century Gothic" panose="020B0502020202020204" pitchFamily="34" charset="0"/>
              </a:rPr>
              <a:t>X.Y.Z Título de la sección</a:t>
            </a:r>
            <a:endParaRPr lang="es-ES" sz="1200" dirty="0"/>
          </a:p>
        </p:txBody>
      </p:sp>
      <p:sp>
        <p:nvSpPr>
          <p:cNvPr id="10" name="CuadroTexto 9" descr="{&quot;id&quot;:&quot;6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BBDBCD98-7735-0111-0A4B-1817E57427AB}"/>
              </a:ext>
            </a:extLst>
          </p:cNvPr>
          <p:cNvSpPr txBox="1"/>
          <p:nvPr/>
        </p:nvSpPr>
        <p:spPr>
          <a:xfrm>
            <a:off x="505227" y="1412780"/>
            <a:ext cx="5801978" cy="8171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et odio. Cras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neque, ac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vitae. Mauris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ut, pulvinar et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ante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primis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maximus</a:t>
            </a:r>
            <a:r>
              <a:rPr lang="es-ES" sz="1050" dirty="0">
                <a:latin typeface="Century Gothic" panose="020B0502020202020204" pitchFamily="34" charset="0"/>
              </a:rPr>
              <a:t> neque, id commodo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sed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lacinia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, ac commodo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non. </a:t>
            </a:r>
            <a:r>
              <a:rPr lang="es-ES" sz="1050" dirty="0" err="1">
                <a:latin typeface="Century Gothic" panose="020B0502020202020204" pitchFamily="34" charset="0"/>
              </a:rPr>
              <a:t>Curabitur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latin typeface="Century Gothic" panose="020B0502020202020204" pitchFamily="34" charset="0"/>
              </a:rPr>
              <a:t> ornare ex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nibh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iaculis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neque, quis lacinia </a:t>
            </a:r>
            <a:r>
              <a:rPr lang="es-ES" sz="1050" dirty="0" err="1">
                <a:latin typeface="Century Gothic" panose="020B0502020202020204" pitchFamily="34" charset="0"/>
              </a:rPr>
              <a:t>diam</a:t>
            </a:r>
            <a:r>
              <a:rPr lang="es-ES" sz="1050" dirty="0">
                <a:latin typeface="Century Gothic" panose="020B0502020202020204" pitchFamily="34" charset="0"/>
              </a:rPr>
              <a:t> mauris in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in magna </a:t>
            </a:r>
            <a:r>
              <a:rPr lang="es-ES" sz="1050" dirty="0" err="1">
                <a:latin typeface="Century Gothic" panose="020B0502020202020204" pitchFamily="34" charset="0"/>
              </a:rPr>
              <a:t>euismod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vitae non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ut dolor commodo, et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placerat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et. </a:t>
            </a:r>
            <a:r>
              <a:rPr lang="es-ES" sz="1050" dirty="0" err="1">
                <a:latin typeface="Century Gothic" panose="020B0502020202020204" pitchFamily="34" charset="0"/>
              </a:rPr>
              <a:t>Etiam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. 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at justo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et libero. </a:t>
            </a:r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ut eros tortor.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at odio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lorem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tortor, </a:t>
            </a:r>
            <a:r>
              <a:rPr lang="es-ES" sz="1050" dirty="0" err="1">
                <a:latin typeface="Century Gothic" panose="020B0502020202020204" pitchFamily="34" charset="0"/>
              </a:rPr>
              <a:t>suscipit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odio.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In tortor mauris,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fermentum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 ac.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mauris lacinia </a:t>
            </a:r>
            <a:r>
              <a:rPr lang="es-ES" sz="1050" dirty="0" err="1">
                <a:latin typeface="Century Gothic" panose="020B0502020202020204" pitchFamily="34" charset="0"/>
              </a:rPr>
              <a:t>sapien</a:t>
            </a:r>
            <a:r>
              <a:rPr lang="es-ES" sz="1050" dirty="0">
                <a:latin typeface="Century Gothic" panose="020B0502020202020204" pitchFamily="34" charset="0"/>
              </a:rPr>
              <a:t>, ac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ante. </a:t>
            </a:r>
            <a:r>
              <a:rPr lang="es-ES" sz="1050" dirty="0" err="1">
                <a:latin typeface="Century Gothic" panose="020B0502020202020204" pitchFamily="34" charset="0"/>
              </a:rPr>
              <a:t>Duis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latin typeface="Century Gothic" panose="020B0502020202020204" pitchFamily="34" charset="0"/>
              </a:rPr>
              <a:t> nunc.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a nunc leo.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odio ac,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habitant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morbi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senectus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netus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egestas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non commodo </a:t>
            </a:r>
            <a:r>
              <a:rPr lang="es-ES" sz="1050" dirty="0" err="1">
                <a:latin typeface="Century Gothic" panose="020B0502020202020204" pitchFamily="34" charset="0"/>
              </a:rPr>
              <a:t>luctus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semper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accumsan</a:t>
            </a:r>
            <a:r>
              <a:rPr lang="es-ES" sz="1050" dirty="0">
                <a:latin typeface="Century Gothic" panose="020B0502020202020204" pitchFamily="34" charset="0"/>
              </a:rPr>
              <a:t> magna. Ut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sollicitudin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Morbi</a:t>
            </a:r>
            <a:r>
              <a:rPr lang="es-ES" sz="1050" dirty="0">
                <a:latin typeface="Century Gothic" panose="020B0502020202020204" pitchFamily="34" charset="0"/>
              </a:rPr>
              <a:t> dolor justo,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a,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at tortor. Mauris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. In dolor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ut,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facilisis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auctor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ultricies</a:t>
            </a:r>
            <a:r>
              <a:rPr lang="es-ES" sz="1050" dirty="0"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Nam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eleifend</a:t>
            </a:r>
            <a:r>
              <a:rPr lang="es-ES" sz="1050" dirty="0"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latin typeface="Century Gothic" panose="020B0502020202020204" pitchFamily="34" charset="0"/>
              </a:rPr>
              <a:t>varius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neque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tortor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egestas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varius</a:t>
            </a:r>
            <a:r>
              <a:rPr lang="es-ES" sz="1050" dirty="0">
                <a:latin typeface="Century Gothic" panose="020B0502020202020204" pitchFamily="34" charset="0"/>
              </a:rPr>
              <a:t> ex.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mi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facilisis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accumsan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. Nunc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Mauris </a:t>
            </a:r>
            <a:r>
              <a:rPr lang="es-ES" sz="1050" dirty="0" err="1">
                <a:latin typeface="Century Gothic" panose="020B0502020202020204" pitchFamily="34" charset="0"/>
              </a:rPr>
              <a:t>semper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, vitae </a:t>
            </a:r>
            <a:r>
              <a:rPr lang="es-ES" sz="1050" dirty="0" err="1">
                <a:latin typeface="Century Gothic" panose="020B0502020202020204" pitchFamily="34" charset="0"/>
              </a:rPr>
              <a:t>luctus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. Ut </a:t>
            </a:r>
            <a:r>
              <a:rPr lang="es-ES" sz="1050" dirty="0" err="1">
                <a:latin typeface="Century Gothic" panose="020B0502020202020204" pitchFamily="34" charset="0"/>
              </a:rPr>
              <a:t>ut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scelerisque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 auctor </a:t>
            </a:r>
            <a:r>
              <a:rPr lang="es-ES" sz="1050" dirty="0" err="1">
                <a:latin typeface="Century Gothic" panose="020B0502020202020204" pitchFamily="34" charset="0"/>
              </a:rPr>
              <a:t>blandit</a:t>
            </a:r>
            <a:r>
              <a:rPr lang="es-ES" sz="1050" dirty="0">
                <a:latin typeface="Century Gothic" panose="020B0502020202020204" pitchFamily="34" charset="0"/>
              </a:rPr>
              <a:t>. Nunc id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bibendum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latin typeface="Century Gothic" panose="020B0502020202020204" pitchFamily="34" charset="0"/>
              </a:rPr>
              <a:t>bibendum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porta neque in </a:t>
            </a:r>
            <a:r>
              <a:rPr lang="es-ES" sz="1050" dirty="0" err="1"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lobortis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rutrum</a:t>
            </a:r>
            <a:r>
              <a:rPr lang="es-ES" sz="1050" dirty="0">
                <a:latin typeface="Century Gothic" panose="020B0502020202020204" pitchFamily="34" charset="0"/>
              </a:rPr>
              <a:t>, id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et odio. </a:t>
            </a:r>
          </a:p>
        </p:txBody>
      </p:sp>
      <p:sp>
        <p:nvSpPr>
          <p:cNvPr id="7" name="CuadroTexto 6" descr="{&quot;id&quot;:&quot;4&quot;,&quot;type&quot;:&quot;text&quot;,&quot;editable&quot;:&quot;True&quot;, &quot;format&quot;:&quot;&lt;numero_unidad_formativa&gt;.&lt;numero_capítulo&gt;: &lt;titulo_del capítulo&gt;&quot;}">
            <a:extLst>
              <a:ext uri="{FF2B5EF4-FFF2-40B4-BE49-F238E27FC236}">
                <a16:creationId xmlns:a16="http://schemas.microsoft.com/office/drawing/2014/main" id="{6DA69B22-CCFE-0AB3-257E-775B451FE73A}"/>
              </a:ext>
            </a:extLst>
          </p:cNvPr>
          <p:cNvSpPr txBox="1"/>
          <p:nvPr/>
        </p:nvSpPr>
        <p:spPr>
          <a:xfrm>
            <a:off x="483454" y="644461"/>
            <a:ext cx="4317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X.Y Título del Capítulo</a:t>
            </a:r>
            <a:endParaRPr lang="es-ES" sz="1600" dirty="0"/>
          </a:p>
        </p:txBody>
      </p:sp>
      <p:sp>
        <p:nvSpPr>
          <p:cNvPr id="2" name="Título 1" descr="{&quot;id&quot;:&quot;7&quot;,&quot;type&quot;:&quot;text&quot;,&quot;editable&quot;:&quot;False&quot;, &quot;format&quot;:&quot;Pagina &lt;numero_pagina&gt;&quot;}">
            <a:extLst>
              <a:ext uri="{FF2B5EF4-FFF2-40B4-BE49-F238E27FC236}">
                <a16:creationId xmlns:a16="http://schemas.microsoft.com/office/drawing/2014/main" id="{DB5257E7-49B2-EC50-600A-E90659716B11}"/>
              </a:ext>
            </a:extLst>
          </p:cNvPr>
          <p:cNvSpPr txBox="1">
            <a:spLocks/>
          </p:cNvSpPr>
          <p:nvPr/>
        </p:nvSpPr>
        <p:spPr>
          <a:xfrm>
            <a:off x="5272268" y="9564546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Página X</a:t>
            </a:r>
          </a:p>
        </p:txBody>
      </p:sp>
    </p:spTree>
    <p:extLst>
      <p:ext uri="{BB962C8B-B14F-4D97-AF65-F5344CB8AC3E}">
        <p14:creationId xmlns:p14="http://schemas.microsoft.com/office/powerpoint/2010/main" val="3089818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BA10B-3AE8-C7E0-7DEA-535F0FF6E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 descr="{&quot;id&quot;:&quot;1&quot;,&quot;type&quot;:&quot;text&quot;,&quot;editable&quot;:&quot;False&quot;, &quot;format&quot;:&quot;&lt;asignatura&gt;&quot;}">
            <a:extLst>
              <a:ext uri="{FF2B5EF4-FFF2-40B4-BE49-F238E27FC236}">
                <a16:creationId xmlns:a16="http://schemas.microsoft.com/office/drawing/2014/main" id="{8D2791F5-ECD1-AFFE-32E0-ADD14C54EFE6}"/>
              </a:ext>
            </a:extLst>
          </p:cNvPr>
          <p:cNvSpPr txBox="1">
            <a:spLocks/>
          </p:cNvSpPr>
          <p:nvPr/>
        </p:nvSpPr>
        <p:spPr>
          <a:xfrm>
            <a:off x="64384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Nombre Asignatura</a:t>
            </a:r>
          </a:p>
        </p:txBody>
      </p:sp>
      <p:sp>
        <p:nvSpPr>
          <p:cNvPr id="5" name="Título 1" descr="{&quot;id&quot;:&quot;2&quot;,&quot;type&quot;:&quot;text&quot;,&quot;editable&quot;:&quot;False&quot;, &quot;format&quot;:&quot;&lt;curso&gt;&quot;}">
            <a:extLst>
              <a:ext uri="{FF2B5EF4-FFF2-40B4-BE49-F238E27FC236}">
                <a16:creationId xmlns:a16="http://schemas.microsoft.com/office/drawing/2014/main" id="{31E0E7A0-1F93-5972-B11E-7265717C736B}"/>
              </a:ext>
            </a:extLst>
          </p:cNvPr>
          <p:cNvSpPr txBox="1">
            <a:spLocks/>
          </p:cNvSpPr>
          <p:nvPr/>
        </p:nvSpPr>
        <p:spPr>
          <a:xfrm>
            <a:off x="2650601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Curso Académico</a:t>
            </a:r>
          </a:p>
        </p:txBody>
      </p:sp>
      <p:pic>
        <p:nvPicPr>
          <p:cNvPr id="1028" name="Picture 4" descr="Ferrer Logo &amp; Brand Assets (SVG, PNG and vector) - Brandfetch">
            <a:extLst>
              <a:ext uri="{FF2B5EF4-FFF2-40B4-BE49-F238E27FC236}">
                <a16:creationId xmlns:a16="http://schemas.microsoft.com/office/drawing/2014/main" id="{F92D1AC4-A753-C274-81CF-BC8EE8997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711" y="144742"/>
            <a:ext cx="318244" cy="31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 descr="{&quot;id&quot;:&quot;5&quot;,&quot;type&quot;:&quot;text&quot;,&quot;editable&quot;:&quot;True&quot;, &quot;format&quot;:&quot;&lt;numero_unidad_formativa&gt;.&lt;numero_capítulo&gt;.&lt;numero_sección&gt;: &lt;titulo_de_la_sección&gt;&quot;}">
            <a:extLst>
              <a:ext uri="{FF2B5EF4-FFF2-40B4-BE49-F238E27FC236}">
                <a16:creationId xmlns:a16="http://schemas.microsoft.com/office/drawing/2014/main" id="{1F4BCDE6-9881-6712-87D1-632565D76F23}"/>
              </a:ext>
            </a:extLst>
          </p:cNvPr>
          <p:cNvSpPr txBox="1"/>
          <p:nvPr/>
        </p:nvSpPr>
        <p:spPr>
          <a:xfrm>
            <a:off x="505227" y="1012575"/>
            <a:ext cx="4317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7EB900"/>
                </a:solidFill>
                <a:latin typeface="Century Gothic" panose="020B0502020202020204" pitchFamily="34" charset="0"/>
              </a:rPr>
              <a:t>X.Y.Z Título de la sección</a:t>
            </a:r>
            <a:endParaRPr lang="es-ES" sz="1200" dirty="0"/>
          </a:p>
        </p:txBody>
      </p:sp>
      <p:sp>
        <p:nvSpPr>
          <p:cNvPr id="10" name="CuadroTexto 9" descr="{&quot;id&quot;:&quot;6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318D67F3-A319-0164-9AB3-AF33F5BCA146}"/>
              </a:ext>
            </a:extLst>
          </p:cNvPr>
          <p:cNvSpPr txBox="1"/>
          <p:nvPr/>
        </p:nvSpPr>
        <p:spPr>
          <a:xfrm>
            <a:off x="505227" y="1412780"/>
            <a:ext cx="5801978" cy="5747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et odio. Cras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neque, ac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vitae. Mauris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ut, pulvinar et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ante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primis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maximus</a:t>
            </a:r>
            <a:r>
              <a:rPr lang="es-ES" sz="1050" dirty="0">
                <a:latin typeface="Century Gothic" panose="020B0502020202020204" pitchFamily="34" charset="0"/>
              </a:rPr>
              <a:t> neque, id commodo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sed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lacinia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, ac commodo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non. </a:t>
            </a:r>
            <a:r>
              <a:rPr lang="es-ES" sz="1050" dirty="0" err="1">
                <a:latin typeface="Century Gothic" panose="020B0502020202020204" pitchFamily="34" charset="0"/>
              </a:rPr>
              <a:t>Curabitur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latin typeface="Century Gothic" panose="020B0502020202020204" pitchFamily="34" charset="0"/>
              </a:rPr>
              <a:t> ornare ex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nibh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iaculis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neque, quis lacinia </a:t>
            </a:r>
            <a:r>
              <a:rPr lang="es-ES" sz="1050" dirty="0" err="1">
                <a:latin typeface="Century Gothic" panose="020B0502020202020204" pitchFamily="34" charset="0"/>
              </a:rPr>
              <a:t>diam</a:t>
            </a:r>
            <a:r>
              <a:rPr lang="es-ES" sz="1050" dirty="0">
                <a:latin typeface="Century Gothic" panose="020B0502020202020204" pitchFamily="34" charset="0"/>
              </a:rPr>
              <a:t> mauris in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in magna </a:t>
            </a:r>
            <a:r>
              <a:rPr lang="es-ES" sz="1050" dirty="0" err="1">
                <a:latin typeface="Century Gothic" panose="020B0502020202020204" pitchFamily="34" charset="0"/>
              </a:rPr>
              <a:t>euismod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vitae non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ut dolor commodo, et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placerat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et. </a:t>
            </a:r>
            <a:r>
              <a:rPr lang="es-ES" sz="1050" dirty="0" err="1">
                <a:latin typeface="Century Gothic" panose="020B0502020202020204" pitchFamily="34" charset="0"/>
              </a:rPr>
              <a:t>Etiam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. 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at justo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et libero. </a:t>
            </a:r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ut eros tortor.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at odio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lorem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tortor, </a:t>
            </a:r>
            <a:r>
              <a:rPr lang="es-ES" sz="1050" dirty="0" err="1">
                <a:latin typeface="Century Gothic" panose="020B0502020202020204" pitchFamily="34" charset="0"/>
              </a:rPr>
              <a:t>suscipit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odio.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In tortor mauris,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fermentum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 ac.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mauris lacinia </a:t>
            </a:r>
            <a:r>
              <a:rPr lang="es-ES" sz="1050" dirty="0" err="1">
                <a:latin typeface="Century Gothic" panose="020B0502020202020204" pitchFamily="34" charset="0"/>
              </a:rPr>
              <a:t>sapien</a:t>
            </a:r>
            <a:r>
              <a:rPr lang="es-ES" sz="1050" dirty="0">
                <a:latin typeface="Century Gothic" panose="020B0502020202020204" pitchFamily="34" charset="0"/>
              </a:rPr>
              <a:t>, ac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ante. </a:t>
            </a:r>
            <a:r>
              <a:rPr lang="es-ES" sz="1050" dirty="0" err="1">
                <a:latin typeface="Century Gothic" panose="020B0502020202020204" pitchFamily="34" charset="0"/>
              </a:rPr>
              <a:t>Duis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latin typeface="Century Gothic" panose="020B0502020202020204" pitchFamily="34" charset="0"/>
              </a:rPr>
              <a:t> nunc.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a nunc leo.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odio ac,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habitant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morbi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senectus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netus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egestas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non commodo </a:t>
            </a:r>
            <a:r>
              <a:rPr lang="es-ES" sz="1050" dirty="0" err="1">
                <a:latin typeface="Century Gothic" panose="020B0502020202020204" pitchFamily="34" charset="0"/>
              </a:rPr>
              <a:t>luctus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semper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accumsan</a:t>
            </a:r>
            <a:r>
              <a:rPr lang="es-ES" sz="1050" dirty="0">
                <a:latin typeface="Century Gothic" panose="020B0502020202020204" pitchFamily="34" charset="0"/>
              </a:rPr>
              <a:t> magna. Ut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sollicitudin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Morbi</a:t>
            </a:r>
            <a:r>
              <a:rPr lang="es-ES" sz="1050" dirty="0">
                <a:latin typeface="Century Gothic" panose="020B0502020202020204" pitchFamily="34" charset="0"/>
              </a:rPr>
              <a:t> dolor justo,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a,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at tortor. Mauris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. In dolor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ut,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facilisis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auctor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7" name="CuadroTexto 6" descr="{&quot;id&quot;:&quot;4&quot;,&quot;type&quot;:&quot;text&quot;,&quot;editable&quot;:&quot;True&quot;, &quot;format&quot;:&quot;&lt;numero_unidad_formativa&gt;.&lt;numero_capítulo&gt;: &lt;titulo_del capítulo&gt;&quot;}">
            <a:extLst>
              <a:ext uri="{FF2B5EF4-FFF2-40B4-BE49-F238E27FC236}">
                <a16:creationId xmlns:a16="http://schemas.microsoft.com/office/drawing/2014/main" id="{4C6575AB-ABE8-42AC-11DC-2B0F9419EC6E}"/>
              </a:ext>
            </a:extLst>
          </p:cNvPr>
          <p:cNvSpPr txBox="1"/>
          <p:nvPr/>
        </p:nvSpPr>
        <p:spPr>
          <a:xfrm>
            <a:off x="483454" y="644461"/>
            <a:ext cx="4317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X.Y Título del Capítulo</a:t>
            </a:r>
            <a:endParaRPr lang="es-ES" sz="1600" dirty="0"/>
          </a:p>
        </p:txBody>
      </p:sp>
      <p:sp>
        <p:nvSpPr>
          <p:cNvPr id="2" name="CuadroTexto 1" descr="{&quot;id&quot;:&quot;8&quot;,&quot;type&quot;:&quot;sample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12B2CECA-E9FC-D8E9-0C6A-6D78A2CE73BF}"/>
              </a:ext>
            </a:extLst>
          </p:cNvPr>
          <p:cNvSpPr txBox="1"/>
          <p:nvPr/>
        </p:nvSpPr>
        <p:spPr>
          <a:xfrm>
            <a:off x="505227" y="7160507"/>
            <a:ext cx="5801978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ipsum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amet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elit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ipsum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purus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enim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est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amet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enim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Donec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massa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quam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eu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orci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augue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dui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et odio. Cras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elit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risus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neque, ac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augue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vitae. Mauris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nulla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lacus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ut, pulvinar et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risus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fames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ac ante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ipsum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primis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felis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eget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erat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amet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quam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solidFill>
                <a:srgbClr val="0098A7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nulla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eu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odio ac,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arcu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habitant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morbi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senectus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netus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fames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egestas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Proin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quam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non commodo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luctus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3" name="Título 1" descr="{&quot;id&quot;:&quot;7&quot;,&quot;type&quot;:&quot;text&quot;,&quot;editable&quot;:&quot;False&quot;, &quot;format&quot;:&quot;Pagina &lt;numero_pagina&gt;&quot;}">
            <a:extLst>
              <a:ext uri="{FF2B5EF4-FFF2-40B4-BE49-F238E27FC236}">
                <a16:creationId xmlns:a16="http://schemas.microsoft.com/office/drawing/2014/main" id="{9F31C20C-626A-2222-64A2-E09585BCA045}"/>
              </a:ext>
            </a:extLst>
          </p:cNvPr>
          <p:cNvSpPr txBox="1">
            <a:spLocks/>
          </p:cNvSpPr>
          <p:nvPr/>
        </p:nvSpPr>
        <p:spPr>
          <a:xfrm>
            <a:off x="5272268" y="9564546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Página X</a:t>
            </a:r>
          </a:p>
        </p:txBody>
      </p:sp>
    </p:spTree>
    <p:extLst>
      <p:ext uri="{BB962C8B-B14F-4D97-AF65-F5344CB8AC3E}">
        <p14:creationId xmlns:p14="http://schemas.microsoft.com/office/powerpoint/2010/main" val="498547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12756-10D9-0350-0FB7-EA9302AF6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 descr="{&quot;id&quot;:&quot;1&quot;,&quot;type&quot;:&quot;text&quot;,&quot;editable&quot;:&quot;False&quot;, &quot;format&quot;:&quot;&lt;asignatura&gt;&quot;}">
            <a:extLst>
              <a:ext uri="{FF2B5EF4-FFF2-40B4-BE49-F238E27FC236}">
                <a16:creationId xmlns:a16="http://schemas.microsoft.com/office/drawing/2014/main" id="{F4C9CB68-ABD5-AA9F-057E-F131D3355739}"/>
              </a:ext>
            </a:extLst>
          </p:cNvPr>
          <p:cNvSpPr txBox="1">
            <a:spLocks/>
          </p:cNvSpPr>
          <p:nvPr/>
        </p:nvSpPr>
        <p:spPr>
          <a:xfrm>
            <a:off x="64384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Nombre Asignatura</a:t>
            </a:r>
          </a:p>
        </p:txBody>
      </p:sp>
      <p:sp>
        <p:nvSpPr>
          <p:cNvPr id="5" name="Título 1" descr="{&quot;id&quot;:&quot;2&quot;,&quot;type&quot;:&quot;text&quot;,&quot;editable&quot;:&quot;False&quot;, &quot;format&quot;:&quot;&lt;curso&gt;&quot;}">
            <a:extLst>
              <a:ext uri="{FF2B5EF4-FFF2-40B4-BE49-F238E27FC236}">
                <a16:creationId xmlns:a16="http://schemas.microsoft.com/office/drawing/2014/main" id="{D67073A0-5446-8B34-C643-7EEA821C9191}"/>
              </a:ext>
            </a:extLst>
          </p:cNvPr>
          <p:cNvSpPr txBox="1">
            <a:spLocks/>
          </p:cNvSpPr>
          <p:nvPr/>
        </p:nvSpPr>
        <p:spPr>
          <a:xfrm>
            <a:off x="2650601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Curso Académico</a:t>
            </a:r>
          </a:p>
        </p:txBody>
      </p:sp>
      <p:pic>
        <p:nvPicPr>
          <p:cNvPr id="1028" name="Picture 4" descr="Ferrer Logo &amp; Brand Assets (SVG, PNG and vector) - Brandfetch">
            <a:extLst>
              <a:ext uri="{FF2B5EF4-FFF2-40B4-BE49-F238E27FC236}">
                <a16:creationId xmlns:a16="http://schemas.microsoft.com/office/drawing/2014/main" id="{C2D12083-F5C4-4E41-561E-120E3F768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711" y="144742"/>
            <a:ext cx="318244" cy="31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 descr="{&quot;id&quot;:&quot;5&quot;,&quot;type&quot;:&quot;text&quot;,&quot;editable&quot;:&quot;True&quot;, &quot;format&quot;:&quot;&lt;numero_unidad_formativa&gt;.&lt;numero_capítulo&gt;.&lt;numero_sección&gt;: &lt;titulo_de_la_sección&gt;&quot;}">
            <a:extLst>
              <a:ext uri="{FF2B5EF4-FFF2-40B4-BE49-F238E27FC236}">
                <a16:creationId xmlns:a16="http://schemas.microsoft.com/office/drawing/2014/main" id="{6617A566-A367-396A-D6E1-AB4768E42AA5}"/>
              </a:ext>
            </a:extLst>
          </p:cNvPr>
          <p:cNvSpPr txBox="1"/>
          <p:nvPr/>
        </p:nvSpPr>
        <p:spPr>
          <a:xfrm>
            <a:off x="505227" y="1012575"/>
            <a:ext cx="4317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7EB900"/>
                </a:solidFill>
                <a:latin typeface="Century Gothic" panose="020B0502020202020204" pitchFamily="34" charset="0"/>
              </a:rPr>
              <a:t>X.Y.Z Título de la sección</a:t>
            </a:r>
            <a:endParaRPr lang="es-ES" sz="1200" dirty="0"/>
          </a:p>
        </p:txBody>
      </p:sp>
      <p:sp>
        <p:nvSpPr>
          <p:cNvPr id="10" name="CuadroTexto 9" descr="{&quot;id&quot;:&quot;6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5D3D76A3-D71F-0A72-4C8F-3AA9690B8591}"/>
              </a:ext>
            </a:extLst>
          </p:cNvPr>
          <p:cNvSpPr txBox="1"/>
          <p:nvPr/>
        </p:nvSpPr>
        <p:spPr>
          <a:xfrm>
            <a:off x="505227" y="1412780"/>
            <a:ext cx="5801978" cy="445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et odio. Cras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neque, ac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vitae. Mauris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ut, pulvinar et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ante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primis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maximus</a:t>
            </a:r>
            <a:r>
              <a:rPr lang="es-ES" sz="1050" dirty="0">
                <a:latin typeface="Century Gothic" panose="020B0502020202020204" pitchFamily="34" charset="0"/>
              </a:rPr>
              <a:t> neque, id commodo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sed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lacinia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, ac commodo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non. </a:t>
            </a:r>
            <a:r>
              <a:rPr lang="es-ES" sz="1050" dirty="0" err="1">
                <a:latin typeface="Century Gothic" panose="020B0502020202020204" pitchFamily="34" charset="0"/>
              </a:rPr>
              <a:t>Curabitur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latin typeface="Century Gothic" panose="020B0502020202020204" pitchFamily="34" charset="0"/>
              </a:rPr>
              <a:t> ornare ex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nibh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iaculis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neque, quis lacinia </a:t>
            </a:r>
            <a:r>
              <a:rPr lang="es-ES" sz="1050" dirty="0" err="1">
                <a:latin typeface="Century Gothic" panose="020B0502020202020204" pitchFamily="34" charset="0"/>
              </a:rPr>
              <a:t>diam</a:t>
            </a:r>
            <a:r>
              <a:rPr lang="es-ES" sz="1050" dirty="0">
                <a:latin typeface="Century Gothic" panose="020B0502020202020204" pitchFamily="34" charset="0"/>
              </a:rPr>
              <a:t> mauris in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in magna </a:t>
            </a:r>
            <a:r>
              <a:rPr lang="es-ES" sz="1050" dirty="0" err="1">
                <a:latin typeface="Century Gothic" panose="020B0502020202020204" pitchFamily="34" charset="0"/>
              </a:rPr>
              <a:t>euismod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vitae non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ut dolor commodo, et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placerat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et. </a:t>
            </a:r>
            <a:r>
              <a:rPr lang="es-ES" sz="1050" dirty="0" err="1">
                <a:latin typeface="Century Gothic" panose="020B0502020202020204" pitchFamily="34" charset="0"/>
              </a:rPr>
              <a:t>Etiam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. 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at justo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et libero. </a:t>
            </a:r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ut eros tortor.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at odio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lorem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tortor, </a:t>
            </a:r>
            <a:r>
              <a:rPr lang="es-ES" sz="1050" dirty="0" err="1">
                <a:latin typeface="Century Gothic" panose="020B0502020202020204" pitchFamily="34" charset="0"/>
              </a:rPr>
              <a:t>suscipit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odio.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In tortor mauris,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fermentum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 ac.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mauris lacinia </a:t>
            </a:r>
            <a:r>
              <a:rPr lang="es-ES" sz="1050" dirty="0" err="1">
                <a:latin typeface="Century Gothic" panose="020B0502020202020204" pitchFamily="34" charset="0"/>
              </a:rPr>
              <a:t>sapien</a:t>
            </a:r>
            <a:r>
              <a:rPr lang="es-ES" sz="1050" dirty="0">
                <a:latin typeface="Century Gothic" panose="020B0502020202020204" pitchFamily="34" charset="0"/>
              </a:rPr>
              <a:t>, ac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ante. </a:t>
            </a:r>
            <a:r>
              <a:rPr lang="es-ES" sz="1050" dirty="0" err="1">
                <a:latin typeface="Century Gothic" panose="020B0502020202020204" pitchFamily="34" charset="0"/>
              </a:rPr>
              <a:t>Duis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latin typeface="Century Gothic" panose="020B0502020202020204" pitchFamily="34" charset="0"/>
              </a:rPr>
              <a:t> nunc.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a nunc leo.</a:t>
            </a:r>
          </a:p>
        </p:txBody>
      </p:sp>
      <p:sp>
        <p:nvSpPr>
          <p:cNvPr id="7" name="CuadroTexto 6" descr="{&quot;id&quot;:&quot;4&quot;,&quot;type&quot;:&quot;text&quot;,&quot;editable&quot;:&quot;True&quot;, &quot;format&quot;:&quot;&lt;numero_unidad_formativa&gt;.&lt;numero_capítulo&gt;: &lt;titulo_del capítulo&gt;&quot;}">
            <a:extLst>
              <a:ext uri="{FF2B5EF4-FFF2-40B4-BE49-F238E27FC236}">
                <a16:creationId xmlns:a16="http://schemas.microsoft.com/office/drawing/2014/main" id="{A38A2414-AA91-C20E-81BD-FD1F42505061}"/>
              </a:ext>
            </a:extLst>
          </p:cNvPr>
          <p:cNvSpPr txBox="1"/>
          <p:nvPr/>
        </p:nvSpPr>
        <p:spPr>
          <a:xfrm>
            <a:off x="483454" y="644461"/>
            <a:ext cx="4317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X.Y Título del Capítulo</a:t>
            </a:r>
            <a:endParaRPr lang="es-ES" sz="1600" dirty="0"/>
          </a:p>
        </p:txBody>
      </p:sp>
      <p:pic>
        <p:nvPicPr>
          <p:cNvPr id="2" name="Picture 4" descr="{&quot;id&quot;:&quot;9&quot;,&quot;type&quot;:&quot;image&quot;,&quot;editable&quot;:&quot;True&quot;}">
            <a:extLst>
              <a:ext uri="{FF2B5EF4-FFF2-40B4-BE49-F238E27FC236}">
                <a16:creationId xmlns:a16="http://schemas.microsoft.com/office/drawing/2014/main" id="{1865C057-BF6B-FEFD-72DF-DCDDA8F6C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475" y="5991050"/>
            <a:ext cx="2675835" cy="288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 descr="{&quot;id&quot;:&quot;8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8E054415-E8F6-4314-E3E6-1EB9E2FCEF2A}"/>
              </a:ext>
            </a:extLst>
          </p:cNvPr>
          <p:cNvSpPr txBox="1"/>
          <p:nvPr/>
        </p:nvSpPr>
        <p:spPr>
          <a:xfrm>
            <a:off x="3320390" y="5892604"/>
            <a:ext cx="2960842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et odio. Cras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neque, ac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vitae. Mauris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ut, pulvinar et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ante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primis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6" name="Título 1" descr="{&quot;id&quot;:&quot;7&quot;,&quot;type&quot;:&quot;text&quot;,&quot;editable&quot;:&quot;False&quot;, &quot;format&quot;:&quot;Pagina &lt;numero_pagina&gt;&quot;}">
            <a:extLst>
              <a:ext uri="{FF2B5EF4-FFF2-40B4-BE49-F238E27FC236}">
                <a16:creationId xmlns:a16="http://schemas.microsoft.com/office/drawing/2014/main" id="{1BA65A86-E3E1-32D0-6E22-487F524428D9}"/>
              </a:ext>
            </a:extLst>
          </p:cNvPr>
          <p:cNvSpPr txBox="1">
            <a:spLocks/>
          </p:cNvSpPr>
          <p:nvPr/>
        </p:nvSpPr>
        <p:spPr>
          <a:xfrm>
            <a:off x="5272268" y="9564546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Página X</a:t>
            </a:r>
          </a:p>
        </p:txBody>
      </p:sp>
    </p:spTree>
    <p:extLst>
      <p:ext uri="{BB962C8B-B14F-4D97-AF65-F5344CB8AC3E}">
        <p14:creationId xmlns:p14="http://schemas.microsoft.com/office/powerpoint/2010/main" val="1360920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BD8B9-E0FA-86B7-73E0-25C3415D1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 descr="{&quot;id&quot;:&quot;1&quot;,&quot;type&quot;:&quot;text&quot;,&quot;editable&quot;:&quot;False&quot;, &quot;format&quot;:&quot;&lt;asignatura&gt;&quot;}">
            <a:extLst>
              <a:ext uri="{FF2B5EF4-FFF2-40B4-BE49-F238E27FC236}">
                <a16:creationId xmlns:a16="http://schemas.microsoft.com/office/drawing/2014/main" id="{4027DFF5-9836-DFF4-0B4F-BF5CF862F2CB}"/>
              </a:ext>
            </a:extLst>
          </p:cNvPr>
          <p:cNvSpPr txBox="1">
            <a:spLocks/>
          </p:cNvSpPr>
          <p:nvPr/>
        </p:nvSpPr>
        <p:spPr>
          <a:xfrm>
            <a:off x="64384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Nombre Asignatura</a:t>
            </a:r>
          </a:p>
        </p:txBody>
      </p:sp>
      <p:sp>
        <p:nvSpPr>
          <p:cNvPr id="5" name="Título 1" descr="{&quot;id&quot;:&quot;2&quot;,&quot;type&quot;:&quot;text&quot;,&quot;editable&quot;:&quot;False&quot;, &quot;format&quot;:&quot;&lt;curso&gt;&quot;}">
            <a:extLst>
              <a:ext uri="{FF2B5EF4-FFF2-40B4-BE49-F238E27FC236}">
                <a16:creationId xmlns:a16="http://schemas.microsoft.com/office/drawing/2014/main" id="{347BDA02-3201-D652-8DC3-9D233A5BB819}"/>
              </a:ext>
            </a:extLst>
          </p:cNvPr>
          <p:cNvSpPr txBox="1">
            <a:spLocks/>
          </p:cNvSpPr>
          <p:nvPr/>
        </p:nvSpPr>
        <p:spPr>
          <a:xfrm>
            <a:off x="2650601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Curso Académico</a:t>
            </a:r>
          </a:p>
        </p:txBody>
      </p:sp>
      <p:pic>
        <p:nvPicPr>
          <p:cNvPr id="1028" name="Picture 4" descr="Ferrer Logo &amp; Brand Assets (SVG, PNG and vector) - Brandfetch">
            <a:extLst>
              <a:ext uri="{FF2B5EF4-FFF2-40B4-BE49-F238E27FC236}">
                <a16:creationId xmlns:a16="http://schemas.microsoft.com/office/drawing/2014/main" id="{055E4551-DB62-A75B-0423-E57016F84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711" y="144742"/>
            <a:ext cx="318244" cy="31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 descr="{&quot;id&quot;:&quot;5&quot;,&quot;type&quot;:&quot;text&quot;,&quot;editable&quot;:&quot;True&quot;, &quot;format&quot;:&quot;&lt;numero_unidad_formativa&gt;.&lt;numero_capítulo&gt;.&lt;numero_sección&gt;: &lt;titulo_de_la_sección&gt;&quot;}">
            <a:extLst>
              <a:ext uri="{FF2B5EF4-FFF2-40B4-BE49-F238E27FC236}">
                <a16:creationId xmlns:a16="http://schemas.microsoft.com/office/drawing/2014/main" id="{70B647F7-B65E-4222-4201-8CE84AECC6EB}"/>
              </a:ext>
            </a:extLst>
          </p:cNvPr>
          <p:cNvSpPr txBox="1"/>
          <p:nvPr/>
        </p:nvSpPr>
        <p:spPr>
          <a:xfrm>
            <a:off x="505227" y="1012575"/>
            <a:ext cx="4317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7EB900"/>
                </a:solidFill>
                <a:latin typeface="Century Gothic" panose="020B0502020202020204" pitchFamily="34" charset="0"/>
              </a:rPr>
              <a:t>X.Y.Z Título de la sección</a:t>
            </a:r>
            <a:endParaRPr lang="es-ES" sz="1200" dirty="0"/>
          </a:p>
        </p:txBody>
      </p:sp>
      <p:sp>
        <p:nvSpPr>
          <p:cNvPr id="10" name="CuadroTexto 9" descr="{&quot;id&quot;:&quot;6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C90C4F92-51A3-C13F-5D92-83E8635697CB}"/>
              </a:ext>
            </a:extLst>
          </p:cNvPr>
          <p:cNvSpPr txBox="1"/>
          <p:nvPr/>
        </p:nvSpPr>
        <p:spPr>
          <a:xfrm>
            <a:off x="505227" y="1412780"/>
            <a:ext cx="5801978" cy="445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et odio. Cras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neque, ac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vitae. Mauris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ut, pulvinar et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ante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primis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maximus</a:t>
            </a:r>
            <a:r>
              <a:rPr lang="es-ES" sz="1050" dirty="0">
                <a:latin typeface="Century Gothic" panose="020B0502020202020204" pitchFamily="34" charset="0"/>
              </a:rPr>
              <a:t> neque, id commodo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sed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lacinia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, ac commodo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non. </a:t>
            </a:r>
            <a:r>
              <a:rPr lang="es-ES" sz="1050" dirty="0" err="1">
                <a:latin typeface="Century Gothic" panose="020B0502020202020204" pitchFamily="34" charset="0"/>
              </a:rPr>
              <a:t>Curabitur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latin typeface="Century Gothic" panose="020B0502020202020204" pitchFamily="34" charset="0"/>
              </a:rPr>
              <a:t> ornare ex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nibh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iaculis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neque, quis lacinia </a:t>
            </a:r>
            <a:r>
              <a:rPr lang="es-ES" sz="1050" dirty="0" err="1">
                <a:latin typeface="Century Gothic" panose="020B0502020202020204" pitchFamily="34" charset="0"/>
              </a:rPr>
              <a:t>diam</a:t>
            </a:r>
            <a:r>
              <a:rPr lang="es-ES" sz="1050" dirty="0">
                <a:latin typeface="Century Gothic" panose="020B0502020202020204" pitchFamily="34" charset="0"/>
              </a:rPr>
              <a:t> mauris in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in magna </a:t>
            </a:r>
            <a:r>
              <a:rPr lang="es-ES" sz="1050" dirty="0" err="1">
                <a:latin typeface="Century Gothic" panose="020B0502020202020204" pitchFamily="34" charset="0"/>
              </a:rPr>
              <a:t>euismod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vitae non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ut dolor commodo, et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placerat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et. </a:t>
            </a:r>
            <a:r>
              <a:rPr lang="es-ES" sz="1050" dirty="0" err="1">
                <a:latin typeface="Century Gothic" panose="020B0502020202020204" pitchFamily="34" charset="0"/>
              </a:rPr>
              <a:t>Etiam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. 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at justo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et libero. </a:t>
            </a:r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ut eros tortor.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at odio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lorem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tortor, </a:t>
            </a:r>
            <a:r>
              <a:rPr lang="es-ES" sz="1050" dirty="0" err="1">
                <a:latin typeface="Century Gothic" panose="020B0502020202020204" pitchFamily="34" charset="0"/>
              </a:rPr>
              <a:t>suscipit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odio.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In tortor mauris,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fermentum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 ac.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mauris lacinia </a:t>
            </a:r>
            <a:r>
              <a:rPr lang="es-ES" sz="1050" dirty="0" err="1">
                <a:latin typeface="Century Gothic" panose="020B0502020202020204" pitchFamily="34" charset="0"/>
              </a:rPr>
              <a:t>sapien</a:t>
            </a:r>
            <a:r>
              <a:rPr lang="es-ES" sz="1050" dirty="0">
                <a:latin typeface="Century Gothic" panose="020B0502020202020204" pitchFamily="34" charset="0"/>
              </a:rPr>
              <a:t>, ac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ante. </a:t>
            </a:r>
            <a:r>
              <a:rPr lang="es-ES" sz="1050" dirty="0" err="1">
                <a:latin typeface="Century Gothic" panose="020B0502020202020204" pitchFamily="34" charset="0"/>
              </a:rPr>
              <a:t>Duis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latin typeface="Century Gothic" panose="020B0502020202020204" pitchFamily="34" charset="0"/>
              </a:rPr>
              <a:t> nunc.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a nunc leo.</a:t>
            </a:r>
          </a:p>
        </p:txBody>
      </p:sp>
      <p:sp>
        <p:nvSpPr>
          <p:cNvPr id="7" name="CuadroTexto 6" descr="{&quot;id&quot;:&quot;4&quot;,&quot;type&quot;:&quot;text&quot;,&quot;editable&quot;:&quot;True&quot;, &quot;format&quot;:&quot;&lt;numero_unidad_formativa&gt;.&lt;numero_capítulo&gt;: &lt;titulo_del capítulo&gt;&quot;}">
            <a:extLst>
              <a:ext uri="{FF2B5EF4-FFF2-40B4-BE49-F238E27FC236}">
                <a16:creationId xmlns:a16="http://schemas.microsoft.com/office/drawing/2014/main" id="{DE6BF90F-C075-0C0A-438E-E9AADF7A71FC}"/>
              </a:ext>
            </a:extLst>
          </p:cNvPr>
          <p:cNvSpPr txBox="1"/>
          <p:nvPr/>
        </p:nvSpPr>
        <p:spPr>
          <a:xfrm>
            <a:off x="483454" y="644461"/>
            <a:ext cx="4317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X.Y Título del Capítulo</a:t>
            </a:r>
            <a:endParaRPr lang="es-ES" sz="1600" dirty="0"/>
          </a:p>
        </p:txBody>
      </p:sp>
      <p:pic>
        <p:nvPicPr>
          <p:cNvPr id="2" name="Picture 4" descr="{&quot;id&quot;:&quot;9&quot;,&quot;type&quot;:&quot;image&quot;,&quot;editable&quot;:&quot;True&quot;}">
            <a:extLst>
              <a:ext uri="{FF2B5EF4-FFF2-40B4-BE49-F238E27FC236}">
                <a16:creationId xmlns:a16="http://schemas.microsoft.com/office/drawing/2014/main" id="{855348BA-9D2A-F7C3-9425-AAAAB453B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475" y="5991050"/>
            <a:ext cx="2675835" cy="288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 descr="{&quot;id&quot;:&quot;8&quot;,&quot;type&quot;:&quot;sample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04360DAD-9A9A-C08E-DFA0-5F054BC5055C}"/>
              </a:ext>
            </a:extLst>
          </p:cNvPr>
          <p:cNvSpPr txBox="1"/>
          <p:nvPr/>
        </p:nvSpPr>
        <p:spPr>
          <a:xfrm>
            <a:off x="3320390" y="5892604"/>
            <a:ext cx="2960842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ipsum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amet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elit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ipsum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purus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enim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est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amet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enim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Donec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massa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quam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eu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orci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augue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dui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et odio. Cras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elit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risus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neque, ac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augue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vitae. Mauris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nulla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lacus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ut, pulvinar et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risus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fames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ac ante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ipsum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primis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felis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eget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erat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amet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quam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6" name="Título 1" descr="{&quot;id&quot;:&quot;7&quot;,&quot;type&quot;:&quot;text&quot;,&quot;editable&quot;:&quot;False&quot;, &quot;format&quot;:&quot;Pagina &lt;numero_pagina&gt;&quot;}">
            <a:extLst>
              <a:ext uri="{FF2B5EF4-FFF2-40B4-BE49-F238E27FC236}">
                <a16:creationId xmlns:a16="http://schemas.microsoft.com/office/drawing/2014/main" id="{3300A4B3-DB9F-8385-D4FD-37C6A8F005FC}"/>
              </a:ext>
            </a:extLst>
          </p:cNvPr>
          <p:cNvSpPr txBox="1">
            <a:spLocks/>
          </p:cNvSpPr>
          <p:nvPr/>
        </p:nvSpPr>
        <p:spPr>
          <a:xfrm>
            <a:off x="5272268" y="9564546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Página X</a:t>
            </a:r>
          </a:p>
        </p:txBody>
      </p:sp>
    </p:spTree>
    <p:extLst>
      <p:ext uri="{BB962C8B-B14F-4D97-AF65-F5344CB8AC3E}">
        <p14:creationId xmlns:p14="http://schemas.microsoft.com/office/powerpoint/2010/main" val="14095499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325</TotalTime>
  <Words>2270</Words>
  <Application>Microsoft Office PowerPoint</Application>
  <PresentationFormat>A4 (210 x 297 mm)</PresentationFormat>
  <Paragraphs>53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Century Gothic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Armero Fernández</dc:creator>
  <cp:lastModifiedBy>Rafael Armero Fernández</cp:lastModifiedBy>
  <cp:revision>10</cp:revision>
  <dcterms:created xsi:type="dcterms:W3CDTF">2026-01-08T10:33:33Z</dcterms:created>
  <dcterms:modified xsi:type="dcterms:W3CDTF">2026-01-16T07:24:10Z</dcterms:modified>
</cp:coreProperties>
</file>